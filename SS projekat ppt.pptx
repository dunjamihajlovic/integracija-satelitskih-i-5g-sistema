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4"/>
  </p:sldMasterIdLst>
  <p:sldIdLst>
    <p:sldId id="256" r:id="rId5"/>
    <p:sldId id="257" r:id="rId6"/>
    <p:sldId id="27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3A"/>
    <a:srgbClr val="75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1B688F-42C0-4F42-90B9-E9EE957E9A96}" v="126" dt="2026-03-20T13:17:10.9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92" autoAdjust="0"/>
    <p:restoredTop sz="95090" autoAdjust="0"/>
  </p:normalViewPr>
  <p:slideViewPr>
    <p:cSldViewPr snapToGrid="0">
      <p:cViewPr varScale="1">
        <p:scale>
          <a:sx n="72" d="100"/>
          <a:sy n="72" d="100"/>
        </p:scale>
        <p:origin x="43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уња Михајловић" userId="e67dc02d-bdd0-48e1-bf3b-74a9f74b3aea" providerId="ADAL" clId="{CCA77932-A88C-4615-9CB8-A1EED70B35BD}"/>
    <pc:docChg chg="undo redo custSel addSld delSld modSld sldOrd">
      <pc:chgData name="Дуња Михајловић" userId="e67dc02d-bdd0-48e1-bf3b-74a9f74b3aea" providerId="ADAL" clId="{CCA77932-A88C-4615-9CB8-A1EED70B35BD}" dt="2026-03-20T14:07:23.669" v="4218" actId="20577"/>
      <pc:docMkLst>
        <pc:docMk/>
      </pc:docMkLst>
      <pc:sldChg chg="addSp delSp modSp mod setClrOvrMap">
        <pc:chgData name="Дуња Михајловић" userId="e67dc02d-bdd0-48e1-bf3b-74a9f74b3aea" providerId="ADAL" clId="{CCA77932-A88C-4615-9CB8-A1EED70B35BD}" dt="2026-03-20T14:07:23.669" v="4218" actId="20577"/>
        <pc:sldMkLst>
          <pc:docMk/>
          <pc:sldMk cId="3490298955" sldId="256"/>
        </pc:sldMkLst>
        <pc:spChg chg="mod">
          <ac:chgData name="Дуња Михајловић" userId="e67dc02d-bdd0-48e1-bf3b-74a9f74b3aea" providerId="ADAL" clId="{CCA77932-A88C-4615-9CB8-A1EED70B35BD}" dt="2026-03-20T12:58:17.024" v="3990" actId="1076"/>
          <ac:spMkLst>
            <pc:docMk/>
            <pc:sldMk cId="3490298955" sldId="256"/>
            <ac:spMk id="2" creationId="{B7D7B60B-4BB5-B510-4C7D-44CAB0D312C4}"/>
          </ac:spMkLst>
        </pc:spChg>
        <pc:spChg chg="mod">
          <ac:chgData name="Дуња Михајловић" userId="e67dc02d-bdd0-48e1-bf3b-74a9f74b3aea" providerId="ADAL" clId="{CCA77932-A88C-4615-9CB8-A1EED70B35BD}" dt="2026-03-20T12:52:20.370" v="3953" actId="26606"/>
          <ac:spMkLst>
            <pc:docMk/>
            <pc:sldMk cId="3490298955" sldId="256"/>
            <ac:spMk id="3" creationId="{D0804EE2-F5F8-9629-45A7-0E2137FD343B}"/>
          </ac:spMkLst>
        </pc:spChg>
        <pc:spChg chg="add mod">
          <ac:chgData name="Дуња Михајловић" userId="e67dc02d-bdd0-48e1-bf3b-74a9f74b3aea" providerId="ADAL" clId="{CCA77932-A88C-4615-9CB8-A1EED70B35BD}" dt="2026-03-20T12:47:26.710" v="3891"/>
          <ac:spMkLst>
            <pc:docMk/>
            <pc:sldMk cId="3490298955" sldId="256"/>
            <ac:spMk id="6" creationId="{EE5E0516-D8E8-9024-4F1C-9C209F865C35}"/>
          </ac:spMkLst>
        </pc:spChg>
        <pc:spChg chg="del">
          <ac:chgData name="Дуња Михајловић" userId="e67dc02d-bdd0-48e1-bf3b-74a9f74b3aea" providerId="ADAL" clId="{CCA77932-A88C-4615-9CB8-A1EED70B35BD}" dt="2026-03-20T12:37:51.788" v="3829" actId="26606"/>
          <ac:spMkLst>
            <pc:docMk/>
            <pc:sldMk cId="3490298955" sldId="256"/>
            <ac:spMk id="23" creationId="{19F9BF86-FE94-4517-B97D-026C7515E589}"/>
          </ac:spMkLst>
        </pc:spChg>
        <pc:spChg chg="del">
          <ac:chgData name="Дуња Михајловић" userId="e67dc02d-bdd0-48e1-bf3b-74a9f74b3aea" providerId="ADAL" clId="{CCA77932-A88C-4615-9CB8-A1EED70B35BD}" dt="2026-03-20T12:37:51.788" v="3829" actId="26606"/>
          <ac:spMkLst>
            <pc:docMk/>
            <pc:sldMk cId="3490298955" sldId="256"/>
            <ac:spMk id="25" creationId="{72E284DE-AB43-1296-3166-892F44A3A2E9}"/>
          </ac:spMkLst>
        </pc:spChg>
        <pc:spChg chg="add del">
          <ac:chgData name="Дуња Михајловић" userId="e67dc02d-bdd0-48e1-bf3b-74a9f74b3aea" providerId="ADAL" clId="{CCA77932-A88C-4615-9CB8-A1EED70B35BD}" dt="2026-03-20T12:48:04.764" v="3912" actId="26606"/>
          <ac:spMkLst>
            <pc:docMk/>
            <pc:sldMk cId="3490298955" sldId="256"/>
            <ac:spMk id="32" creationId="{19F9BF86-FE94-4517-B97D-026C7515E589}"/>
          </ac:spMkLst>
        </pc:spChg>
        <pc:spChg chg="add del">
          <ac:chgData name="Дуња Михајловић" userId="e67dc02d-bdd0-48e1-bf3b-74a9f74b3aea" providerId="ADAL" clId="{CCA77932-A88C-4615-9CB8-A1EED70B35BD}" dt="2026-03-20T12:43:53.512" v="3870" actId="26606"/>
          <ac:spMkLst>
            <pc:docMk/>
            <pc:sldMk cId="3490298955" sldId="256"/>
            <ac:spMk id="40" creationId="{CFD1D2CD-954D-4C4D-B505-05EAD159B230}"/>
          </ac:spMkLst>
        </pc:spChg>
        <pc:spChg chg="add del">
          <ac:chgData name="Дуња Михајловић" userId="e67dc02d-bdd0-48e1-bf3b-74a9f74b3aea" providerId="ADAL" clId="{CCA77932-A88C-4615-9CB8-A1EED70B35BD}" dt="2026-03-20T12:45:04.836" v="3874" actId="26606"/>
          <ac:spMkLst>
            <pc:docMk/>
            <pc:sldMk cId="3490298955" sldId="256"/>
            <ac:spMk id="44" creationId="{C52FAB7B-42C1-46AA-9C68-7AD281066C60}"/>
          </ac:spMkLst>
        </pc:spChg>
        <pc:spChg chg="add del">
          <ac:chgData name="Дуња Михајловић" userId="e67dc02d-bdd0-48e1-bf3b-74a9f74b3aea" providerId="ADAL" clId="{CCA77932-A88C-4615-9CB8-A1EED70B35BD}" dt="2026-03-20T12:45:04.836" v="3874" actId="26606"/>
          <ac:spMkLst>
            <pc:docMk/>
            <pc:sldMk cId="3490298955" sldId="256"/>
            <ac:spMk id="45" creationId="{F905206B-651D-4874-B365-85CC5F9C844C}"/>
          </ac:spMkLst>
        </pc:spChg>
        <pc:spChg chg="add del">
          <ac:chgData name="Дуња Михајловић" userId="e67dc02d-bdd0-48e1-bf3b-74a9f74b3aea" providerId="ADAL" clId="{CCA77932-A88C-4615-9CB8-A1EED70B35BD}" dt="2026-03-20T12:47:27.934" v="3898" actId="26606"/>
          <ac:spMkLst>
            <pc:docMk/>
            <pc:sldMk cId="3490298955" sldId="256"/>
            <ac:spMk id="46" creationId="{19F9BF86-FE94-4517-B97D-026C7515E589}"/>
          </ac:spMkLst>
        </pc:spChg>
        <pc:spChg chg="add del">
          <ac:chgData name="Дуња Михајловић" userId="e67dc02d-bdd0-48e1-bf3b-74a9f74b3aea" providerId="ADAL" clId="{CCA77932-A88C-4615-9CB8-A1EED70B35BD}" dt="2026-03-20T12:51:33.607" v="3944" actId="26606"/>
          <ac:spMkLst>
            <pc:docMk/>
            <pc:sldMk cId="3490298955" sldId="256"/>
            <ac:spMk id="48" creationId="{CFD1D2CD-954D-4C4D-B505-05EAD159B230}"/>
          </ac:spMkLst>
        </pc:spChg>
        <pc:spChg chg="add del">
          <ac:chgData name="Дуња Михајловић" userId="e67dc02d-bdd0-48e1-bf3b-74a9f74b3aea" providerId="ADAL" clId="{CCA77932-A88C-4615-9CB8-A1EED70B35BD}" dt="2026-03-20T12:51:24.487" v="3941" actId="26606"/>
          <ac:spMkLst>
            <pc:docMk/>
            <pc:sldMk cId="3490298955" sldId="256"/>
            <ac:spMk id="51" creationId="{46B9231A-B34B-4A29-A6AC-532E1EE81575}"/>
          </ac:spMkLst>
        </pc:spChg>
        <pc:spChg chg="add del">
          <ac:chgData name="Дуња Михајловић" userId="e67dc02d-bdd0-48e1-bf3b-74a9f74b3aea" providerId="ADAL" clId="{CCA77932-A88C-4615-9CB8-A1EED70B35BD}" dt="2026-03-20T12:45:46.664" v="3879" actId="26606"/>
          <ac:spMkLst>
            <pc:docMk/>
            <pc:sldMk cId="3490298955" sldId="256"/>
            <ac:spMk id="52" creationId="{19F9BF86-FE94-4517-B97D-026C7515E589}"/>
          </ac:spMkLst>
        </pc:spChg>
        <pc:spChg chg="add del">
          <ac:chgData name="Дуња Михајловић" userId="e67dc02d-bdd0-48e1-bf3b-74a9f74b3aea" providerId="ADAL" clId="{CCA77932-A88C-4615-9CB8-A1EED70B35BD}" dt="2026-03-20T12:45:46.664" v="3879" actId="26606"/>
          <ac:spMkLst>
            <pc:docMk/>
            <pc:sldMk cId="3490298955" sldId="256"/>
            <ac:spMk id="54" creationId="{36136311-C81B-47C5-AE0A-5641A5A59520}"/>
          </ac:spMkLst>
        </pc:spChg>
        <pc:spChg chg="add del">
          <ac:chgData name="Дуња Михајловић" userId="e67dc02d-bdd0-48e1-bf3b-74a9f74b3aea" providerId="ADAL" clId="{CCA77932-A88C-4615-9CB8-A1EED70B35BD}" dt="2026-03-20T12:51:33.402" v="3943" actId="26606"/>
          <ac:spMkLst>
            <pc:docMk/>
            <pc:sldMk cId="3490298955" sldId="256"/>
            <ac:spMk id="55" creationId="{CFD1D2CD-954D-4C4D-B505-05EAD159B230}"/>
          </ac:spMkLst>
        </pc:spChg>
        <pc:spChg chg="add del">
          <ac:chgData name="Дуња Михајловић" userId="e67dc02d-bdd0-48e1-bf3b-74a9f74b3aea" providerId="ADAL" clId="{CCA77932-A88C-4615-9CB8-A1EED70B35BD}" dt="2026-03-20T12:47:27.920" v="3897" actId="26606"/>
          <ac:spMkLst>
            <pc:docMk/>
            <pc:sldMk cId="3490298955" sldId="256"/>
            <ac:spMk id="58" creationId="{19F9BF86-FE94-4517-B97D-026C7515E589}"/>
          </ac:spMkLst>
        </pc:spChg>
        <pc:spChg chg="add del">
          <ac:chgData name="Дуња Михајловић" userId="e67dc02d-bdd0-48e1-bf3b-74a9f74b3aea" providerId="ADAL" clId="{CCA77932-A88C-4615-9CB8-A1EED70B35BD}" dt="2026-03-20T12:51:56.631" v="3950" actId="26606"/>
          <ac:spMkLst>
            <pc:docMk/>
            <pc:sldMk cId="3490298955" sldId="256"/>
            <ac:spMk id="60" creationId="{59A9681A-2486-4655-A876-E26402CA2EF6}"/>
          </ac:spMkLst>
        </pc:spChg>
        <pc:spChg chg="add del">
          <ac:chgData name="Дуња Михајловић" userId="e67dc02d-bdd0-48e1-bf3b-74a9f74b3aea" providerId="ADAL" clId="{CCA77932-A88C-4615-9CB8-A1EED70B35BD}" dt="2026-03-20T12:51:56.631" v="3950" actId="26606"/>
          <ac:spMkLst>
            <pc:docMk/>
            <pc:sldMk cId="3490298955" sldId="256"/>
            <ac:spMk id="61" creationId="{C9BB6818-31C2-4340-98F8-64FF7F46A414}"/>
          </ac:spMkLst>
        </pc:spChg>
        <pc:spChg chg="add del">
          <ac:chgData name="Дуња Михајловић" userId="e67dc02d-bdd0-48e1-bf3b-74a9f74b3aea" providerId="ADAL" clId="{CCA77932-A88C-4615-9CB8-A1EED70B35BD}" dt="2026-03-20T12:46:23.595" v="3882" actId="26606"/>
          <ac:spMkLst>
            <pc:docMk/>
            <pc:sldMk cId="3490298955" sldId="256"/>
            <ac:spMk id="64" creationId="{19F9BF86-FE94-4517-B97D-026C7515E589}"/>
          </ac:spMkLst>
        </pc:spChg>
        <pc:spChg chg="add del">
          <ac:chgData name="Дуња Михајловић" userId="e67dc02d-bdd0-48e1-bf3b-74a9f74b3aea" providerId="ADAL" clId="{CCA77932-A88C-4615-9CB8-A1EED70B35BD}" dt="2026-03-20T12:52:20.370" v="3953" actId="26606"/>
          <ac:spMkLst>
            <pc:docMk/>
            <pc:sldMk cId="3490298955" sldId="256"/>
            <ac:spMk id="67" creationId="{CFD1D2CD-954D-4C4D-B505-05EAD159B230}"/>
          </ac:spMkLst>
        </pc:spChg>
        <pc:spChg chg="add del">
          <ac:chgData name="Дуња Михајловић" userId="e67dc02d-bdd0-48e1-bf3b-74a9f74b3aea" providerId="ADAL" clId="{CCA77932-A88C-4615-9CB8-A1EED70B35BD}" dt="2026-03-20T12:46:40.159" v="3884" actId="26606"/>
          <ac:spMkLst>
            <pc:docMk/>
            <pc:sldMk cId="3490298955" sldId="256"/>
            <ac:spMk id="68" creationId="{19F9BF86-FE94-4517-B97D-026C7515E589}"/>
          </ac:spMkLst>
        </pc:spChg>
        <pc:spChg chg="add del">
          <ac:chgData name="Дуња Михајловић" userId="e67dc02d-bdd0-48e1-bf3b-74a9f74b3aea" providerId="ADAL" clId="{CCA77932-A88C-4615-9CB8-A1EED70B35BD}" dt="2026-03-20T12:52:20.370" v="3952" actId="26606"/>
          <ac:spMkLst>
            <pc:docMk/>
            <pc:sldMk cId="3490298955" sldId="256"/>
            <ac:spMk id="70" creationId="{19F9BF86-FE94-4517-B97D-026C7515E589}"/>
          </ac:spMkLst>
        </pc:spChg>
        <pc:spChg chg="add del">
          <ac:chgData name="Дуња Михајловић" userId="e67dc02d-bdd0-48e1-bf3b-74a9f74b3aea" providerId="ADAL" clId="{CCA77932-A88C-4615-9CB8-A1EED70B35BD}" dt="2026-03-20T12:47:27.903" v="3896" actId="26606"/>
          <ac:spMkLst>
            <pc:docMk/>
            <pc:sldMk cId="3490298955" sldId="256"/>
            <ac:spMk id="71" creationId="{46B9231A-B34B-4A29-A6AC-532E1EE81575}"/>
          </ac:spMkLst>
        </pc:spChg>
        <pc:spChg chg="add">
          <ac:chgData name="Дуња Михајловић" userId="e67dc02d-bdd0-48e1-bf3b-74a9f74b3aea" providerId="ADAL" clId="{CCA77932-A88C-4615-9CB8-A1EED70B35BD}" dt="2026-03-20T12:52:20.370" v="3953" actId="26606"/>
          <ac:spMkLst>
            <pc:docMk/>
            <pc:sldMk cId="3490298955" sldId="256"/>
            <ac:spMk id="76" creationId="{19F9BF86-FE94-4517-B97D-026C7515E589}"/>
          </ac:spMkLst>
        </pc:spChg>
        <pc:graphicFrameChg chg="add del mod">
          <ac:chgData name="Дуња Михајловић" userId="e67dc02d-bdd0-48e1-bf3b-74a9f74b3aea" providerId="ADAL" clId="{CCA77932-A88C-4615-9CB8-A1EED70B35BD}" dt="2026-03-20T12:48:01.276" v="3911" actId="478"/>
          <ac:graphicFrameMkLst>
            <pc:docMk/>
            <pc:sldMk cId="3490298955" sldId="256"/>
            <ac:graphicFrameMk id="5" creationId="{CFA9EFA9-16CF-3528-A4EC-DEE5675C7030}"/>
          </ac:graphicFrameMkLst>
        </pc:graphicFrameChg>
        <pc:graphicFrameChg chg="add del mod">
          <ac:chgData name="Дуња Михајловић" userId="e67dc02d-bdd0-48e1-bf3b-74a9f74b3aea" providerId="ADAL" clId="{CCA77932-A88C-4615-9CB8-A1EED70B35BD}" dt="2026-03-20T12:50:53.748" v="3939" actId="478"/>
          <ac:graphicFrameMkLst>
            <pc:docMk/>
            <pc:sldMk cId="3490298955" sldId="256"/>
            <ac:graphicFrameMk id="7" creationId="{51874E3F-A45F-D46E-DB1F-D8BD638FCE9B}"/>
          </ac:graphicFrameMkLst>
        </pc:graphicFrameChg>
        <pc:graphicFrameChg chg="add del mod modGraphic">
          <ac:chgData name="Дуња Михајловић" userId="e67dc02d-bdd0-48e1-bf3b-74a9f74b3aea" providerId="ADAL" clId="{CCA77932-A88C-4615-9CB8-A1EED70B35BD}" dt="2026-03-20T12:54:46.555" v="3978" actId="26606"/>
          <ac:graphicFrameMkLst>
            <pc:docMk/>
            <pc:sldMk cId="3490298955" sldId="256"/>
            <ac:graphicFrameMk id="8" creationId="{5D60F5B6-E4B9-4DFC-3277-73FDE6875599}"/>
          </ac:graphicFrameMkLst>
        </pc:graphicFrameChg>
        <pc:graphicFrameChg chg="add del">
          <ac:chgData name="Дуња Михајловић" userId="e67dc02d-bdd0-48e1-bf3b-74a9f74b3aea" providerId="ADAL" clId="{CCA77932-A88C-4615-9CB8-A1EED70B35BD}" dt="2026-03-20T12:38:29.791" v="3834" actId="26606"/>
          <ac:graphicFrameMkLst>
            <pc:docMk/>
            <pc:sldMk cId="3490298955" sldId="256"/>
            <ac:graphicFrameMk id="36" creationId="{33E92C67-101A-516A-4074-665EDD4A85A6}"/>
          </ac:graphicFrameMkLst>
        </pc:graphicFrameChg>
        <pc:graphicFrameChg chg="add del">
          <ac:chgData name="Дуња Михајловић" userId="e67dc02d-bdd0-48e1-bf3b-74a9f74b3aea" providerId="ADAL" clId="{CCA77932-A88C-4615-9CB8-A1EED70B35BD}" dt="2026-03-20T12:40:28.505" v="3849" actId="26606"/>
          <ac:graphicFrameMkLst>
            <pc:docMk/>
            <pc:sldMk cId="3490298955" sldId="256"/>
            <ac:graphicFrameMk id="37" creationId="{814B2931-4439-8A67-B7DC-113AE39DCC2A}"/>
          </ac:graphicFrameMkLst>
        </pc:graphicFrameChg>
        <pc:graphicFrameChg chg="add del">
          <ac:chgData name="Дуња Михајловић" userId="e67dc02d-bdd0-48e1-bf3b-74a9f74b3aea" providerId="ADAL" clId="{CCA77932-A88C-4615-9CB8-A1EED70B35BD}" dt="2026-03-20T12:42:18.661" v="3863" actId="26606"/>
          <ac:graphicFrameMkLst>
            <pc:docMk/>
            <pc:sldMk cId="3490298955" sldId="256"/>
            <ac:graphicFrameMk id="38" creationId="{171BCB8A-58C1-4217-7867-B19A5C9D9699}"/>
          </ac:graphicFrameMkLst>
        </pc:graphicFrameChg>
        <pc:graphicFrameChg chg="add del">
          <ac:chgData name="Дуња Михајловић" userId="e67dc02d-bdd0-48e1-bf3b-74a9f74b3aea" providerId="ADAL" clId="{CCA77932-A88C-4615-9CB8-A1EED70B35BD}" dt="2026-03-20T12:40:30.594" v="3851" actId="26606"/>
          <ac:graphicFrameMkLst>
            <pc:docMk/>
            <pc:sldMk cId="3490298955" sldId="256"/>
            <ac:graphicFrameMk id="39" creationId="{A072A854-B859-DFDA-803E-C9A983EAA3A8}"/>
          </ac:graphicFrameMkLst>
        </pc:graphicFrameChg>
        <pc:graphicFrameChg chg="add del">
          <ac:chgData name="Дуња Михајловић" userId="e67dc02d-bdd0-48e1-bf3b-74a9f74b3aea" providerId="ADAL" clId="{CCA77932-A88C-4615-9CB8-A1EED70B35BD}" dt="2026-03-20T12:40:53.915" v="3853" actId="26606"/>
          <ac:graphicFrameMkLst>
            <pc:docMk/>
            <pc:sldMk cId="3490298955" sldId="256"/>
            <ac:graphicFrameMk id="41" creationId="{1272365E-D86C-00DA-1A8E-20AD1A7C6B86}"/>
          </ac:graphicFrameMkLst>
        </pc:graphicFrameChg>
        <pc:graphicFrameChg chg="add del">
          <ac:chgData name="Дуња Михајловић" userId="e67dc02d-bdd0-48e1-bf3b-74a9f74b3aea" providerId="ADAL" clId="{CCA77932-A88C-4615-9CB8-A1EED70B35BD}" dt="2026-03-20T12:54:41.289" v="3975" actId="26606"/>
          <ac:graphicFrameMkLst>
            <pc:docMk/>
            <pc:sldMk cId="3490298955" sldId="256"/>
            <ac:graphicFrameMk id="79" creationId="{11E1E422-6890-7EF2-A8A7-3F7FA3EF610A}"/>
          </ac:graphicFrameMkLst>
        </pc:graphicFrameChg>
        <pc:graphicFrameChg chg="add del">
          <ac:chgData name="Дуња Михајловић" userId="e67dc02d-bdd0-48e1-bf3b-74a9f74b3aea" providerId="ADAL" clId="{CCA77932-A88C-4615-9CB8-A1EED70B35BD}" dt="2026-03-20T12:54:46.492" v="3977" actId="26606"/>
          <ac:graphicFrameMkLst>
            <pc:docMk/>
            <pc:sldMk cId="3490298955" sldId="256"/>
            <ac:graphicFrameMk id="81" creationId="{15383805-79F0-5B1F-4F82-CD203FF70A4A}"/>
          </ac:graphicFrameMkLst>
        </pc:graphicFrameChg>
        <pc:graphicFrameChg chg="add mod modGraphic">
          <ac:chgData name="Дуња Михајловић" userId="e67dc02d-bdd0-48e1-bf3b-74a9f74b3aea" providerId="ADAL" clId="{CCA77932-A88C-4615-9CB8-A1EED70B35BD}" dt="2026-03-20T14:07:23.669" v="4218" actId="20577"/>
          <ac:graphicFrameMkLst>
            <pc:docMk/>
            <pc:sldMk cId="3490298955" sldId="256"/>
            <ac:graphicFrameMk id="83" creationId="{11E1E422-6890-7EF2-A8A7-3F7FA3EF610A}"/>
          </ac:graphicFrameMkLst>
        </pc:graphicFrameChg>
        <pc:picChg chg="add del mod ord modCrop">
          <ac:chgData name="Дуња Михајловић" userId="e67dc02d-bdd0-48e1-bf3b-74a9f74b3aea" providerId="ADAL" clId="{CCA77932-A88C-4615-9CB8-A1EED70B35BD}" dt="2026-03-20T12:57:19.197" v="3983"/>
          <ac:picMkLst>
            <pc:docMk/>
            <pc:sldMk cId="3490298955" sldId="256"/>
            <ac:picMk id="4" creationId="{05A38700-414F-0C83-0BBA-785079B44ACF}"/>
          </ac:picMkLst>
        </pc:picChg>
        <pc:cxnChg chg="del">
          <ac:chgData name="Дуња Михајловић" userId="e67dc02d-bdd0-48e1-bf3b-74a9f74b3aea" providerId="ADAL" clId="{CCA77932-A88C-4615-9CB8-A1EED70B35BD}" dt="2026-03-20T12:37:51.788" v="3829" actId="26606"/>
          <ac:cxnSpMkLst>
            <pc:docMk/>
            <pc:sldMk cId="3490298955" sldId="256"/>
            <ac:cxnSpMk id="27" creationId="{97CC2FE6-3AD0-4131-B4BC-1F4D65E25E13}"/>
          </ac:cxnSpMkLst>
        </pc:cxnChg>
        <pc:cxnChg chg="add del">
          <ac:chgData name="Дуња Михајловић" userId="e67dc02d-bdd0-48e1-bf3b-74a9f74b3aea" providerId="ADAL" clId="{CCA77932-A88C-4615-9CB8-A1EED70B35BD}" dt="2026-03-20T12:48:04.764" v="3912" actId="26606"/>
          <ac:cxnSpMkLst>
            <pc:docMk/>
            <pc:sldMk cId="3490298955" sldId="256"/>
            <ac:cxnSpMk id="34" creationId="{6CA391F1-4B2C-521B-F6A5-52C74B30349D}"/>
          </ac:cxnSpMkLst>
        </pc:cxnChg>
        <pc:cxnChg chg="add del">
          <ac:chgData name="Дуња Михајловић" userId="e67dc02d-bdd0-48e1-bf3b-74a9f74b3aea" providerId="ADAL" clId="{CCA77932-A88C-4615-9CB8-A1EED70B35BD}" dt="2026-03-20T12:43:53.512" v="3870" actId="26606"/>
          <ac:cxnSpMkLst>
            <pc:docMk/>
            <pc:sldMk cId="3490298955" sldId="256"/>
            <ac:cxnSpMk id="42" creationId="{A2D508B3-A66C-833E-D929-8DC211635676}"/>
          </ac:cxnSpMkLst>
        </pc:cxnChg>
        <pc:cxnChg chg="add del">
          <ac:chgData name="Дуња Михајловић" userId="e67dc02d-bdd0-48e1-bf3b-74a9f74b3aea" providerId="ADAL" clId="{CCA77932-A88C-4615-9CB8-A1EED70B35BD}" dt="2026-03-20T12:45:04.836" v="3874" actId="26606"/>
          <ac:cxnSpMkLst>
            <pc:docMk/>
            <pc:sldMk cId="3490298955" sldId="256"/>
            <ac:cxnSpMk id="43" creationId="{F0CE0765-E93C-4D37-9D5F-D464EFB10FA7}"/>
          </ac:cxnSpMkLst>
        </pc:cxnChg>
        <pc:cxnChg chg="add del">
          <ac:chgData name="Дуња Михајловић" userId="e67dc02d-bdd0-48e1-bf3b-74a9f74b3aea" providerId="ADAL" clId="{CCA77932-A88C-4615-9CB8-A1EED70B35BD}" dt="2026-03-20T12:47:27.934" v="3898" actId="26606"/>
          <ac:cxnSpMkLst>
            <pc:docMk/>
            <pc:sldMk cId="3490298955" sldId="256"/>
            <ac:cxnSpMk id="47" creationId="{8CED01B4-40F2-4CAE-8062-1D4CE8454C35}"/>
          </ac:cxnSpMkLst>
        </pc:cxnChg>
        <pc:cxnChg chg="add del">
          <ac:chgData name="Дуња Михајловић" userId="e67dc02d-bdd0-48e1-bf3b-74a9f74b3aea" providerId="ADAL" clId="{CCA77932-A88C-4615-9CB8-A1EED70B35BD}" dt="2026-03-20T12:51:33.607" v="3944" actId="26606"/>
          <ac:cxnSpMkLst>
            <pc:docMk/>
            <pc:sldMk cId="3490298955" sldId="256"/>
            <ac:cxnSpMk id="49" creationId="{A2D508B3-A66C-833E-D929-8DC211635676}"/>
          </ac:cxnSpMkLst>
        </pc:cxnChg>
        <pc:cxnChg chg="add del">
          <ac:chgData name="Дуња Михајловић" userId="e67dc02d-bdd0-48e1-bf3b-74a9f74b3aea" providerId="ADAL" clId="{CCA77932-A88C-4615-9CB8-A1EED70B35BD}" dt="2026-03-20T12:51:24.487" v="3941" actId="26606"/>
          <ac:cxnSpMkLst>
            <pc:docMk/>
            <pc:sldMk cId="3490298955" sldId="256"/>
            <ac:cxnSpMk id="53" creationId="{F0CE0765-E93C-4D37-9D5F-D464EFB10FA7}"/>
          </ac:cxnSpMkLst>
        </pc:cxnChg>
        <pc:cxnChg chg="add del">
          <ac:chgData name="Дуња Михајловић" userId="e67dc02d-bdd0-48e1-bf3b-74a9f74b3aea" providerId="ADAL" clId="{CCA77932-A88C-4615-9CB8-A1EED70B35BD}" dt="2026-03-20T12:45:46.664" v="3879" actId="26606"/>
          <ac:cxnSpMkLst>
            <pc:docMk/>
            <pc:sldMk cId="3490298955" sldId="256"/>
            <ac:cxnSpMk id="56" creationId="{7CC73A33-65FF-41A9-A3B0-006753CD1028}"/>
          </ac:cxnSpMkLst>
        </pc:cxnChg>
        <pc:cxnChg chg="add del">
          <ac:chgData name="Дуња Михајловић" userId="e67dc02d-bdd0-48e1-bf3b-74a9f74b3aea" providerId="ADAL" clId="{CCA77932-A88C-4615-9CB8-A1EED70B35BD}" dt="2026-03-20T12:51:33.402" v="3943" actId="26606"/>
          <ac:cxnSpMkLst>
            <pc:docMk/>
            <pc:sldMk cId="3490298955" sldId="256"/>
            <ac:cxnSpMk id="57" creationId="{A2D508B3-A66C-833E-D929-8DC211635676}"/>
          </ac:cxnSpMkLst>
        </pc:cxnChg>
        <pc:cxnChg chg="add del">
          <ac:chgData name="Дуња Михајловић" userId="e67dc02d-bdd0-48e1-bf3b-74a9f74b3aea" providerId="ADAL" clId="{CCA77932-A88C-4615-9CB8-A1EED70B35BD}" dt="2026-03-20T12:47:27.920" v="3897" actId="26606"/>
          <ac:cxnSpMkLst>
            <pc:docMk/>
            <pc:sldMk cId="3490298955" sldId="256"/>
            <ac:cxnSpMk id="59" creationId="{7CC73A33-65FF-41A9-A3B0-006753CD1028}"/>
          </ac:cxnSpMkLst>
        </pc:cxnChg>
        <pc:cxnChg chg="add del">
          <ac:chgData name="Дуња Михајловић" userId="e67dc02d-bdd0-48e1-bf3b-74a9f74b3aea" providerId="ADAL" clId="{CCA77932-A88C-4615-9CB8-A1EED70B35BD}" dt="2026-03-20T12:51:56.631" v="3950" actId="26606"/>
          <ac:cxnSpMkLst>
            <pc:docMk/>
            <pc:sldMk cId="3490298955" sldId="256"/>
            <ac:cxnSpMk id="62" creationId="{F0CE0765-E93C-4D37-9D5F-D464EFB10FA7}"/>
          </ac:cxnSpMkLst>
        </pc:cxnChg>
        <pc:cxnChg chg="add del">
          <ac:chgData name="Дуња Михајловић" userId="e67dc02d-bdd0-48e1-bf3b-74a9f74b3aea" providerId="ADAL" clId="{CCA77932-A88C-4615-9CB8-A1EED70B35BD}" dt="2026-03-20T12:52:20.370" v="3953" actId="26606"/>
          <ac:cxnSpMkLst>
            <pc:docMk/>
            <pc:sldMk cId="3490298955" sldId="256"/>
            <ac:cxnSpMk id="65" creationId="{A2D508B3-A66C-833E-D929-8DC211635676}"/>
          </ac:cxnSpMkLst>
        </pc:cxnChg>
        <pc:cxnChg chg="add del">
          <ac:chgData name="Дуња Михајловић" userId="e67dc02d-bdd0-48e1-bf3b-74a9f74b3aea" providerId="ADAL" clId="{CCA77932-A88C-4615-9CB8-A1EED70B35BD}" dt="2026-03-20T12:46:23.595" v="3882" actId="26606"/>
          <ac:cxnSpMkLst>
            <pc:docMk/>
            <pc:sldMk cId="3490298955" sldId="256"/>
            <ac:cxnSpMk id="66" creationId="{6CA391F1-4B2C-521B-F6A5-52C74B30349D}"/>
          </ac:cxnSpMkLst>
        </pc:cxnChg>
        <pc:cxnChg chg="add del">
          <ac:chgData name="Дуња Михајловић" userId="e67dc02d-bdd0-48e1-bf3b-74a9f74b3aea" providerId="ADAL" clId="{CCA77932-A88C-4615-9CB8-A1EED70B35BD}" dt="2026-03-20T12:46:40.159" v="3884" actId="26606"/>
          <ac:cxnSpMkLst>
            <pc:docMk/>
            <pc:sldMk cId="3490298955" sldId="256"/>
            <ac:cxnSpMk id="69" creationId="{750527CE-FCD0-40C8-B37A-39331C2A4FDF}"/>
          </ac:cxnSpMkLst>
        </pc:cxnChg>
        <pc:cxnChg chg="add del">
          <ac:chgData name="Дуња Михајловић" userId="e67dc02d-bdd0-48e1-bf3b-74a9f74b3aea" providerId="ADAL" clId="{CCA77932-A88C-4615-9CB8-A1EED70B35BD}" dt="2026-03-20T12:47:27.903" v="3896" actId="26606"/>
          <ac:cxnSpMkLst>
            <pc:docMk/>
            <pc:sldMk cId="3490298955" sldId="256"/>
            <ac:cxnSpMk id="72" creationId="{F0CE0765-E93C-4D37-9D5F-D464EFB10FA7}"/>
          </ac:cxnSpMkLst>
        </pc:cxnChg>
        <pc:cxnChg chg="add del">
          <ac:chgData name="Дуња Михајловић" userId="e67dc02d-bdd0-48e1-bf3b-74a9f74b3aea" providerId="ADAL" clId="{CCA77932-A88C-4615-9CB8-A1EED70B35BD}" dt="2026-03-20T12:52:20.370" v="3952" actId="26606"/>
          <ac:cxnSpMkLst>
            <pc:docMk/>
            <pc:sldMk cId="3490298955" sldId="256"/>
            <ac:cxnSpMk id="74" creationId="{750527CE-FCD0-40C8-B37A-39331C2A4FDF}"/>
          </ac:cxnSpMkLst>
        </pc:cxnChg>
        <pc:cxnChg chg="add">
          <ac:chgData name="Дуња Михајловић" userId="e67dc02d-bdd0-48e1-bf3b-74a9f74b3aea" providerId="ADAL" clId="{CCA77932-A88C-4615-9CB8-A1EED70B35BD}" dt="2026-03-20T12:52:20.370" v="3953" actId="26606"/>
          <ac:cxnSpMkLst>
            <pc:docMk/>
            <pc:sldMk cId="3490298955" sldId="256"/>
            <ac:cxnSpMk id="77" creationId="{6CA391F1-4B2C-521B-F6A5-52C74B30349D}"/>
          </ac:cxnSpMkLst>
        </pc:cxnChg>
      </pc:sldChg>
      <pc:sldChg chg="delSp modSp mod">
        <pc:chgData name="Дуња Михајловић" userId="e67dc02d-bdd0-48e1-bf3b-74a9f74b3aea" providerId="ADAL" clId="{CCA77932-A88C-4615-9CB8-A1EED70B35BD}" dt="2026-03-20T13:00:47.471" v="4028" actId="6559"/>
        <pc:sldMkLst>
          <pc:docMk/>
          <pc:sldMk cId="1888795824" sldId="257"/>
        </pc:sldMkLst>
        <pc:spChg chg="mod">
          <ac:chgData name="Дуња Михајловић" userId="e67dc02d-bdd0-48e1-bf3b-74a9f74b3aea" providerId="ADAL" clId="{CCA77932-A88C-4615-9CB8-A1EED70B35BD}" dt="2026-03-16T12:10:02.194" v="406" actId="1076"/>
          <ac:spMkLst>
            <pc:docMk/>
            <pc:sldMk cId="1888795824" sldId="257"/>
            <ac:spMk id="2" creationId="{681523E7-E585-863E-600C-4A84AB0F6F3E}"/>
          </ac:spMkLst>
        </pc:spChg>
        <pc:spChg chg="mod">
          <ac:chgData name="Дуња Михајловић" userId="e67dc02d-bdd0-48e1-bf3b-74a9f74b3aea" providerId="ADAL" clId="{CCA77932-A88C-4615-9CB8-A1EED70B35BD}" dt="2026-03-20T13:00:15.877" v="4020" actId="1076"/>
          <ac:spMkLst>
            <pc:docMk/>
            <pc:sldMk cId="1888795824" sldId="257"/>
            <ac:spMk id="3" creationId="{9062A114-A0AE-7551-C441-E81CBEC41C1D}"/>
          </ac:spMkLst>
        </pc:spChg>
        <pc:spChg chg="mod">
          <ac:chgData name="Дуња Михајловић" userId="e67dc02d-bdd0-48e1-bf3b-74a9f74b3aea" providerId="ADAL" clId="{CCA77932-A88C-4615-9CB8-A1EED70B35BD}" dt="2026-03-20T13:00:47.471" v="4028" actId="6559"/>
          <ac:spMkLst>
            <pc:docMk/>
            <pc:sldMk cId="1888795824" sldId="257"/>
            <ac:spMk id="8" creationId="{D3211E9B-C80D-43EE-CB24-774AA591702C}"/>
          </ac:spMkLst>
        </pc:spChg>
        <pc:picChg chg="mod">
          <ac:chgData name="Дуња Михајловић" userId="e67dc02d-bdd0-48e1-bf3b-74a9f74b3aea" providerId="ADAL" clId="{CCA77932-A88C-4615-9CB8-A1EED70B35BD}" dt="2026-03-20T13:00:42.150" v="4027" actId="14100"/>
          <ac:picMkLst>
            <pc:docMk/>
            <pc:sldMk cId="1888795824" sldId="257"/>
            <ac:picMk id="5" creationId="{193FB64B-FC79-E926-FAAD-69DCE5925459}"/>
          </ac:picMkLst>
        </pc:picChg>
        <pc:picChg chg="mod">
          <ac:chgData name="Дуња Михајловић" userId="e67dc02d-bdd0-48e1-bf3b-74a9f74b3aea" providerId="ADAL" clId="{CCA77932-A88C-4615-9CB8-A1EED70B35BD}" dt="2026-03-20T13:00:19.056" v="4021" actId="1076"/>
          <ac:picMkLst>
            <pc:docMk/>
            <pc:sldMk cId="1888795824" sldId="257"/>
            <ac:picMk id="6" creationId="{05F767FC-6C95-10E0-8605-17E1B978599B}"/>
          </ac:picMkLst>
        </pc:picChg>
      </pc:sldChg>
      <pc:sldChg chg="addSp delSp modSp del mod">
        <pc:chgData name="Дуња Михајловић" userId="e67dc02d-bdd0-48e1-bf3b-74a9f74b3aea" providerId="ADAL" clId="{CCA77932-A88C-4615-9CB8-A1EED70B35BD}" dt="2026-03-20T12:58:36.375" v="3991" actId="2696"/>
        <pc:sldMkLst>
          <pc:docMk/>
          <pc:sldMk cId="4044678705" sldId="259"/>
        </pc:sldMkLst>
        <pc:spChg chg="del mod">
          <ac:chgData name="Дуња Михајловић" userId="e67dc02d-bdd0-48e1-bf3b-74a9f74b3aea" providerId="ADAL" clId="{CCA77932-A88C-4615-9CB8-A1EED70B35BD}" dt="2026-03-20T12:21:49.916" v="3693" actId="478"/>
          <ac:spMkLst>
            <pc:docMk/>
            <pc:sldMk cId="4044678705" sldId="259"/>
            <ac:spMk id="2" creationId="{8BFE49B7-4568-EA39-0022-ADD1378427AE}"/>
          </ac:spMkLst>
        </pc:spChg>
        <pc:spChg chg="add del mod">
          <ac:chgData name="Дуња Михајловић" userId="e67dc02d-bdd0-48e1-bf3b-74a9f74b3aea" providerId="ADAL" clId="{CCA77932-A88C-4615-9CB8-A1EED70B35BD}" dt="2026-03-20T12:21:54.524" v="3694" actId="478"/>
          <ac:spMkLst>
            <pc:docMk/>
            <pc:sldMk cId="4044678705" sldId="259"/>
            <ac:spMk id="4" creationId="{B96F84AD-C48D-FDEA-2203-226CC81DD4CE}"/>
          </ac:spMkLst>
        </pc:spChg>
        <pc:spChg chg="add mod">
          <ac:chgData name="Дуња Михајловић" userId="e67dc02d-bdd0-48e1-bf3b-74a9f74b3aea" providerId="ADAL" clId="{CCA77932-A88C-4615-9CB8-A1EED70B35BD}" dt="2026-03-20T12:36:15.318" v="3826" actId="1076"/>
          <ac:spMkLst>
            <pc:docMk/>
            <pc:sldMk cId="4044678705" sldId="259"/>
            <ac:spMk id="6" creationId="{4029FE5B-F3B3-9D9F-9152-1673ED1D2163}"/>
          </ac:spMkLst>
        </pc:spChg>
        <pc:spChg chg="add mod">
          <ac:chgData name="Дуња Михајловић" userId="e67dc02d-bdd0-48e1-bf3b-74a9f74b3aea" providerId="ADAL" clId="{CCA77932-A88C-4615-9CB8-A1EED70B35BD}" dt="2026-03-20T12:36:07.181" v="3824" actId="14100"/>
          <ac:spMkLst>
            <pc:docMk/>
            <pc:sldMk cId="4044678705" sldId="259"/>
            <ac:spMk id="8" creationId="{58B88C2C-3D14-04CD-DC89-4EE777AFFF09}"/>
          </ac:spMkLst>
        </pc:spChg>
        <pc:graphicFrameChg chg="add del mod modGraphic">
          <ac:chgData name="Дуња Михајловић" userId="e67dc02d-bdd0-48e1-bf3b-74a9f74b3aea" providerId="ADAL" clId="{CCA77932-A88C-4615-9CB8-A1EED70B35BD}" dt="2026-03-20T12:24:47.534" v="3748" actId="26606"/>
          <ac:graphicFrameMkLst>
            <pc:docMk/>
            <pc:sldMk cId="4044678705" sldId="259"/>
            <ac:graphicFrameMk id="17" creationId="{9B020ED3-35CA-3B62-9E33-E1C23773A8B6}"/>
          </ac:graphicFrameMkLst>
        </pc:graphicFrameChg>
        <pc:graphicFrameChg chg="add del">
          <ac:chgData name="Дуња Михајловић" userId="e67dc02d-bdd0-48e1-bf3b-74a9f74b3aea" providerId="ADAL" clId="{CCA77932-A88C-4615-9CB8-A1EED70B35BD}" dt="2026-03-20T12:24:47.443" v="3747" actId="26606"/>
          <ac:graphicFrameMkLst>
            <pc:docMk/>
            <pc:sldMk cId="4044678705" sldId="259"/>
            <ac:graphicFrameMk id="21" creationId="{8A539D7E-C47F-0958-5175-781A9F1CA1F6}"/>
          </ac:graphicFrameMkLst>
        </pc:graphicFrameChg>
        <pc:graphicFrameChg chg="add del mod modGraphic">
          <ac:chgData name="Дуња Михајловић" userId="e67dc02d-bdd0-48e1-bf3b-74a9f74b3aea" providerId="ADAL" clId="{CCA77932-A88C-4615-9CB8-A1EED70B35BD}" dt="2026-03-20T12:27:54.732" v="3775" actId="26606"/>
          <ac:graphicFrameMkLst>
            <pc:docMk/>
            <pc:sldMk cId="4044678705" sldId="259"/>
            <ac:graphicFrameMk id="23" creationId="{A49423CC-98A7-B7CF-2C11-DB8CB1645BB3}"/>
          </ac:graphicFrameMkLst>
        </pc:graphicFrameChg>
        <pc:graphicFrameChg chg="add mod modGraphic">
          <ac:chgData name="Дуња Михајловић" userId="e67dc02d-bdd0-48e1-bf3b-74a9f74b3aea" providerId="ADAL" clId="{CCA77932-A88C-4615-9CB8-A1EED70B35BD}" dt="2026-03-20T12:36:30.303" v="3828" actId="12269"/>
          <ac:graphicFrameMkLst>
            <pc:docMk/>
            <pc:sldMk cId="4044678705" sldId="259"/>
            <ac:graphicFrameMk id="25" creationId="{4EEB9F74-5D83-C788-79B8-5EC86D1275C3}"/>
          </ac:graphicFrameMkLst>
        </pc:graphicFrameChg>
        <pc:picChg chg="add mod">
          <ac:chgData name="Дуња Михајловић" userId="e67dc02d-bdd0-48e1-bf3b-74a9f74b3aea" providerId="ADAL" clId="{CCA77932-A88C-4615-9CB8-A1EED70B35BD}" dt="2026-03-20T12:36:12.135" v="3825" actId="1076"/>
          <ac:picMkLst>
            <pc:docMk/>
            <pc:sldMk cId="4044678705" sldId="259"/>
            <ac:picMk id="5" creationId="{95C2DF58-1F9D-F563-DAD5-445150E45888}"/>
          </ac:picMkLst>
        </pc:picChg>
        <pc:picChg chg="add mod">
          <ac:chgData name="Дуња Михајловић" userId="e67dc02d-bdd0-48e1-bf3b-74a9f74b3aea" providerId="ADAL" clId="{CCA77932-A88C-4615-9CB8-A1EED70B35BD}" dt="2026-03-20T12:34:30.697" v="3814" actId="14100"/>
          <ac:picMkLst>
            <pc:docMk/>
            <pc:sldMk cId="4044678705" sldId="259"/>
            <ac:picMk id="7" creationId="{B389EEDC-28A7-523F-8F99-50735D3A8C0E}"/>
          </ac:picMkLst>
        </pc:picChg>
      </pc:sldChg>
      <pc:sldChg chg="modSp mod">
        <pc:chgData name="Дуња Михајловић" userId="e67dc02d-bdd0-48e1-bf3b-74a9f74b3aea" providerId="ADAL" clId="{CCA77932-A88C-4615-9CB8-A1EED70B35BD}" dt="2026-03-16T12:11:58.151" v="458" actId="20577"/>
        <pc:sldMkLst>
          <pc:docMk/>
          <pc:sldMk cId="1437590666" sldId="262"/>
        </pc:sldMkLst>
        <pc:spChg chg="mod">
          <ac:chgData name="Дуња Михајловић" userId="e67dc02d-bdd0-48e1-bf3b-74a9f74b3aea" providerId="ADAL" clId="{CCA77932-A88C-4615-9CB8-A1EED70B35BD}" dt="2026-03-16T12:11:58.151" v="458" actId="20577"/>
          <ac:spMkLst>
            <pc:docMk/>
            <pc:sldMk cId="1437590666" sldId="262"/>
            <ac:spMk id="13" creationId="{A1B2CC65-4E5B-E143-DCBA-C2195769ECC1}"/>
          </ac:spMkLst>
        </pc:spChg>
      </pc:sldChg>
      <pc:sldChg chg="addSp delSp modSp mod">
        <pc:chgData name="Дуња Михајловић" userId="e67dc02d-bdd0-48e1-bf3b-74a9f74b3aea" providerId="ADAL" clId="{CCA77932-A88C-4615-9CB8-A1EED70B35BD}" dt="2026-03-20T13:02:19.354" v="4046" actId="20577"/>
        <pc:sldMkLst>
          <pc:docMk/>
          <pc:sldMk cId="763845242" sldId="263"/>
        </pc:sldMkLst>
        <pc:spChg chg="mod">
          <ac:chgData name="Дуња Михајловић" userId="e67dc02d-bdd0-48e1-bf3b-74a9f74b3aea" providerId="ADAL" clId="{CCA77932-A88C-4615-9CB8-A1EED70B35BD}" dt="2026-03-20T13:02:19.354" v="4046" actId="20577"/>
          <ac:spMkLst>
            <pc:docMk/>
            <pc:sldMk cId="763845242" sldId="263"/>
            <ac:spMk id="3" creationId="{6A05FAD5-32BE-9851-C1F3-B16A44649A69}"/>
          </ac:spMkLst>
        </pc:spChg>
        <pc:spChg chg="mod">
          <ac:chgData name="Дуња Михајловић" userId="e67dc02d-bdd0-48e1-bf3b-74a9f74b3aea" providerId="ADAL" clId="{CCA77932-A88C-4615-9CB8-A1EED70B35BD}" dt="2026-03-20T13:02:16.162" v="4044" actId="20577"/>
          <ac:spMkLst>
            <pc:docMk/>
            <pc:sldMk cId="763845242" sldId="263"/>
            <ac:spMk id="4" creationId="{E111A346-2036-F4BB-1C6F-4A26927A801C}"/>
          </ac:spMkLst>
        </pc:spChg>
        <pc:spChg chg="add del mod">
          <ac:chgData name="Дуња Михајловић" userId="e67dc02d-bdd0-48e1-bf3b-74a9f74b3aea" providerId="ADAL" clId="{CCA77932-A88C-4615-9CB8-A1EED70B35BD}" dt="2026-03-19T23:20:16.507" v="1820"/>
          <ac:spMkLst>
            <pc:docMk/>
            <pc:sldMk cId="763845242" sldId="263"/>
            <ac:spMk id="7" creationId="{02929BF7-EC8E-9A31-EDE4-E45C734C5574}"/>
          </ac:spMkLst>
        </pc:spChg>
        <pc:picChg chg="mod">
          <ac:chgData name="Дуња Михајловић" userId="e67dc02d-bdd0-48e1-bf3b-74a9f74b3aea" providerId="ADAL" clId="{CCA77932-A88C-4615-9CB8-A1EED70B35BD}" dt="2026-03-19T23:20:11.090" v="1817" actId="1076"/>
          <ac:picMkLst>
            <pc:docMk/>
            <pc:sldMk cId="763845242" sldId="263"/>
            <ac:picMk id="5" creationId="{4710D3A9-B1E5-6ADE-7D25-29C1DF442F98}"/>
          </ac:picMkLst>
        </pc:picChg>
        <pc:picChg chg="mod">
          <ac:chgData name="Дуња Михајловић" userId="e67dc02d-bdd0-48e1-bf3b-74a9f74b3aea" providerId="ADAL" clId="{CCA77932-A88C-4615-9CB8-A1EED70B35BD}" dt="2026-03-19T23:20:14.818" v="1818" actId="1076"/>
          <ac:picMkLst>
            <pc:docMk/>
            <pc:sldMk cId="763845242" sldId="263"/>
            <ac:picMk id="6" creationId="{DE0F78B0-BBE1-B706-3C5B-A5006331F413}"/>
          </ac:picMkLst>
        </pc:picChg>
      </pc:sldChg>
      <pc:sldChg chg="modSp mod">
        <pc:chgData name="Дуња Михајловић" userId="e67dc02d-bdd0-48e1-bf3b-74a9f74b3aea" providerId="ADAL" clId="{CCA77932-A88C-4615-9CB8-A1EED70B35BD}" dt="2026-03-19T23:23:44.548" v="1828" actId="20578"/>
        <pc:sldMkLst>
          <pc:docMk/>
          <pc:sldMk cId="147005866" sldId="265"/>
        </pc:sldMkLst>
        <pc:spChg chg="mod">
          <ac:chgData name="Дуња Михајловић" userId="e67dc02d-bdd0-48e1-bf3b-74a9f74b3aea" providerId="ADAL" clId="{CCA77932-A88C-4615-9CB8-A1EED70B35BD}" dt="2026-03-16T12:15:20.302" v="518" actId="14100"/>
          <ac:spMkLst>
            <pc:docMk/>
            <pc:sldMk cId="147005866" sldId="265"/>
            <ac:spMk id="2" creationId="{F56F848F-1D1A-127F-3E16-1ECDF66DD398}"/>
          </ac:spMkLst>
        </pc:spChg>
        <pc:spChg chg="mod">
          <ac:chgData name="Дуња Михајловић" userId="e67dc02d-bdd0-48e1-bf3b-74a9f74b3aea" providerId="ADAL" clId="{CCA77932-A88C-4615-9CB8-A1EED70B35BD}" dt="2026-03-19T23:23:44.548" v="1828" actId="20578"/>
          <ac:spMkLst>
            <pc:docMk/>
            <pc:sldMk cId="147005866" sldId="265"/>
            <ac:spMk id="4" creationId="{2223BF1D-3FA2-2B54-B920-B3DDAEAAC8FE}"/>
          </ac:spMkLst>
        </pc:spChg>
      </pc:sldChg>
      <pc:sldChg chg="modSp mod">
        <pc:chgData name="Дуња Михајловић" userId="e67dc02d-bdd0-48e1-bf3b-74a9f74b3aea" providerId="ADAL" clId="{CCA77932-A88C-4615-9CB8-A1EED70B35BD}" dt="2026-03-19T23:30:56.314" v="1901" actId="1076"/>
        <pc:sldMkLst>
          <pc:docMk/>
          <pc:sldMk cId="695800585" sldId="266"/>
        </pc:sldMkLst>
        <pc:spChg chg="mod">
          <ac:chgData name="Дуња Михајловић" userId="e67dc02d-bdd0-48e1-bf3b-74a9f74b3aea" providerId="ADAL" clId="{CCA77932-A88C-4615-9CB8-A1EED70B35BD}" dt="2026-03-19T23:30:00.052" v="1898" actId="1076"/>
          <ac:spMkLst>
            <pc:docMk/>
            <pc:sldMk cId="695800585" sldId="266"/>
            <ac:spMk id="3" creationId="{9A69195C-CB31-ADBA-8C70-C488AB59006A}"/>
          </ac:spMkLst>
        </pc:spChg>
        <pc:spChg chg="mod">
          <ac:chgData name="Дуња Михајловић" userId="e67dc02d-bdd0-48e1-bf3b-74a9f74b3aea" providerId="ADAL" clId="{CCA77932-A88C-4615-9CB8-A1EED70B35BD}" dt="2026-03-19T23:29:49.955" v="1897" actId="1076"/>
          <ac:spMkLst>
            <pc:docMk/>
            <pc:sldMk cId="695800585" sldId="266"/>
            <ac:spMk id="4" creationId="{30C48550-E5C5-202A-ED4F-19743CC2D350}"/>
          </ac:spMkLst>
        </pc:spChg>
        <pc:spChg chg="mod">
          <ac:chgData name="Дуња Михајловић" userId="e67dc02d-bdd0-48e1-bf3b-74a9f74b3aea" providerId="ADAL" clId="{CCA77932-A88C-4615-9CB8-A1EED70B35BD}" dt="2026-03-19T23:30:56.314" v="1901" actId="1076"/>
          <ac:spMkLst>
            <pc:docMk/>
            <pc:sldMk cId="695800585" sldId="266"/>
            <ac:spMk id="8" creationId="{2AC8F44C-7833-773B-1FD6-6AB3CA3412C0}"/>
          </ac:spMkLst>
        </pc:spChg>
        <pc:picChg chg="mod">
          <ac:chgData name="Дуња Михајловић" userId="e67dc02d-bdd0-48e1-bf3b-74a9f74b3aea" providerId="ADAL" clId="{CCA77932-A88C-4615-9CB8-A1EED70B35BD}" dt="2026-03-19T23:30:07.350" v="1899" actId="14100"/>
          <ac:picMkLst>
            <pc:docMk/>
            <pc:sldMk cId="695800585" sldId="266"/>
            <ac:picMk id="6" creationId="{B56F053D-8D48-CF24-F62C-6A14F00749AF}"/>
          </ac:picMkLst>
        </pc:picChg>
      </pc:sldChg>
      <pc:sldChg chg="addSp delSp modSp mod">
        <pc:chgData name="Дуња Михајловић" userId="e67dc02d-bdd0-48e1-bf3b-74a9f74b3aea" providerId="ADAL" clId="{CCA77932-A88C-4615-9CB8-A1EED70B35BD}" dt="2026-03-20T13:10:16.259" v="4148" actId="120"/>
        <pc:sldMkLst>
          <pc:docMk/>
          <pc:sldMk cId="3494173503" sldId="267"/>
        </pc:sldMkLst>
        <pc:spChg chg="mod">
          <ac:chgData name="Дуња Михајловић" userId="e67dc02d-bdd0-48e1-bf3b-74a9f74b3aea" providerId="ADAL" clId="{CCA77932-A88C-4615-9CB8-A1EED70B35BD}" dt="2026-03-20T13:06:27.212" v="4126"/>
          <ac:spMkLst>
            <pc:docMk/>
            <pc:sldMk cId="3494173503" sldId="267"/>
            <ac:spMk id="2" creationId="{3463DDFF-2124-4E37-D35F-B91AE064C3C4}"/>
          </ac:spMkLst>
        </pc:spChg>
        <pc:spChg chg="add del mod">
          <ac:chgData name="Дуња Михајловић" userId="e67dc02d-bdd0-48e1-bf3b-74a9f74b3aea" providerId="ADAL" clId="{CCA77932-A88C-4615-9CB8-A1EED70B35BD}" dt="2026-03-19T23:44:10.028" v="2349" actId="26606"/>
          <ac:spMkLst>
            <pc:docMk/>
            <pc:sldMk cId="3494173503" sldId="267"/>
            <ac:spMk id="3" creationId="{400A5B03-24E9-6035-A9CC-D0F033A280EF}"/>
          </ac:spMkLst>
        </pc:spChg>
        <pc:spChg chg="add del">
          <ac:chgData name="Дуња Михајловић" userId="e67dc02d-bdd0-48e1-bf3b-74a9f74b3aea" providerId="ADAL" clId="{CCA77932-A88C-4615-9CB8-A1EED70B35BD}" dt="2026-03-20T13:08:25.524" v="4134" actId="478"/>
          <ac:spMkLst>
            <pc:docMk/>
            <pc:sldMk cId="3494173503" sldId="267"/>
            <ac:spMk id="4" creationId="{93D5B1D4-72F7-C561-2FB9-7E1A29557198}"/>
          </ac:spMkLst>
        </pc:spChg>
        <pc:spChg chg="add del mod">
          <ac:chgData name="Дуња Михајловић" userId="e67dc02d-bdd0-48e1-bf3b-74a9f74b3aea" providerId="ADAL" clId="{CCA77932-A88C-4615-9CB8-A1EED70B35BD}" dt="2026-03-19T23:47:19.641" v="2372" actId="22"/>
          <ac:spMkLst>
            <pc:docMk/>
            <pc:sldMk cId="3494173503" sldId="267"/>
            <ac:spMk id="6" creationId="{C8DC786C-763A-2200-F0A6-60F53B23234D}"/>
          </ac:spMkLst>
        </pc:spChg>
        <pc:spChg chg="mod">
          <ac:chgData name="Дуња Михајловић" userId="e67dc02d-bdd0-48e1-bf3b-74a9f74b3aea" providerId="ADAL" clId="{CCA77932-A88C-4615-9CB8-A1EED70B35BD}" dt="2026-03-20T13:10:16.259" v="4148" actId="120"/>
          <ac:spMkLst>
            <pc:docMk/>
            <pc:sldMk cId="3494173503" sldId="267"/>
            <ac:spMk id="7" creationId="{60A6309A-51F6-8758-EFAD-D5A419E44725}"/>
          </ac:spMkLst>
        </pc:spChg>
        <pc:graphicFrameChg chg="add del modGraphic">
          <ac:chgData name="Дуња Михајловић" userId="e67dc02d-bdd0-48e1-bf3b-74a9f74b3aea" providerId="ADAL" clId="{CCA77932-A88C-4615-9CB8-A1EED70B35BD}" dt="2026-03-19T23:43:35.826" v="2344" actId="478"/>
          <ac:graphicFrameMkLst>
            <pc:docMk/>
            <pc:sldMk cId="3494173503" sldId="267"/>
            <ac:graphicFrameMk id="4" creationId="{04B8767E-0DB3-F795-ABA9-1F994223F6C8}"/>
          </ac:graphicFrameMkLst>
        </pc:graphicFrameChg>
        <pc:graphicFrameChg chg="add del">
          <ac:chgData name="Дуња Михајловић" userId="e67dc02d-bdd0-48e1-bf3b-74a9f74b3aea" providerId="ADAL" clId="{CCA77932-A88C-4615-9CB8-A1EED70B35BD}" dt="2026-03-19T23:44:03.668" v="2346" actId="26606"/>
          <ac:graphicFrameMkLst>
            <pc:docMk/>
            <pc:sldMk cId="3494173503" sldId="267"/>
            <ac:graphicFrameMk id="9" creationId="{28ACF7DB-23D4-8A58-1DED-5B8D3FC2A1C5}"/>
          </ac:graphicFrameMkLst>
        </pc:graphicFrameChg>
        <pc:graphicFrameChg chg="del mod modGraphic">
          <ac:chgData name="Дуња Михајловић" userId="e67dc02d-bdd0-48e1-bf3b-74a9f74b3aea" providerId="ADAL" clId="{CCA77932-A88C-4615-9CB8-A1EED70B35BD}" dt="2026-03-19T23:40:46.170" v="2300" actId="11529"/>
          <ac:graphicFrameMkLst>
            <pc:docMk/>
            <pc:sldMk cId="3494173503" sldId="267"/>
            <ac:graphicFrameMk id="10" creationId="{55373F82-E460-78A0-D586-1F1D908149F1}"/>
          </ac:graphicFrameMkLst>
        </pc:graphicFrameChg>
        <pc:graphicFrameChg chg="add del">
          <ac:chgData name="Дуња Михајловић" userId="e67dc02d-bdd0-48e1-bf3b-74a9f74b3aea" providerId="ADAL" clId="{CCA77932-A88C-4615-9CB8-A1EED70B35BD}" dt="2026-03-19T23:44:09.953" v="2348" actId="26606"/>
          <ac:graphicFrameMkLst>
            <pc:docMk/>
            <pc:sldMk cId="3494173503" sldId="267"/>
            <ac:graphicFrameMk id="11" creationId="{A3FD94AF-E90B-CC7A-5F76-9DB445881CDB}"/>
          </ac:graphicFrameMkLst>
        </pc:graphicFrameChg>
        <pc:graphicFrameChg chg="add mod modGraphic">
          <ac:chgData name="Дуња Михајловић" userId="e67dc02d-bdd0-48e1-bf3b-74a9f74b3aea" providerId="ADAL" clId="{CCA77932-A88C-4615-9CB8-A1EED70B35BD}" dt="2026-03-20T13:05:43.584" v="4118" actId="14100"/>
          <ac:graphicFrameMkLst>
            <pc:docMk/>
            <pc:sldMk cId="3494173503" sldId="267"/>
            <ac:graphicFrameMk id="13" creationId="{28ACF7DB-23D4-8A58-1DED-5B8D3FC2A1C5}"/>
          </ac:graphicFrameMkLst>
        </pc:graphicFrameChg>
      </pc:sldChg>
      <pc:sldChg chg="modSp mod">
        <pc:chgData name="Дуња Михајловић" userId="e67dc02d-bdd0-48e1-bf3b-74a9f74b3aea" providerId="ADAL" clId="{CCA77932-A88C-4615-9CB8-A1EED70B35BD}" dt="2026-03-20T13:12:02.936" v="4182" actId="1076"/>
        <pc:sldMkLst>
          <pc:docMk/>
          <pc:sldMk cId="1249965848" sldId="270"/>
        </pc:sldMkLst>
        <pc:spChg chg="mod">
          <ac:chgData name="Дуња Михајловић" userId="e67dc02d-bdd0-48e1-bf3b-74a9f74b3aea" providerId="ADAL" clId="{CCA77932-A88C-4615-9CB8-A1EED70B35BD}" dt="2026-03-20T13:11:54.601" v="4179" actId="14100"/>
          <ac:spMkLst>
            <pc:docMk/>
            <pc:sldMk cId="1249965848" sldId="270"/>
            <ac:spMk id="3" creationId="{B070A3F4-D476-E29C-9553-03B6D119229F}"/>
          </ac:spMkLst>
        </pc:spChg>
        <pc:spChg chg="mod">
          <ac:chgData name="Дуња Михајловић" userId="e67dc02d-bdd0-48e1-bf3b-74a9f74b3aea" providerId="ADAL" clId="{CCA77932-A88C-4615-9CB8-A1EED70B35BD}" dt="2026-03-20T00:04:38.639" v="3683" actId="20577"/>
          <ac:spMkLst>
            <pc:docMk/>
            <pc:sldMk cId="1249965848" sldId="270"/>
            <ac:spMk id="4" creationId="{DA78BCC4-32CB-2261-9F47-C1BAA30ABC06}"/>
          </ac:spMkLst>
        </pc:spChg>
        <pc:picChg chg="mod">
          <ac:chgData name="Дуња Михајловић" userId="e67dc02d-bdd0-48e1-bf3b-74a9f74b3aea" providerId="ADAL" clId="{CCA77932-A88C-4615-9CB8-A1EED70B35BD}" dt="2026-03-20T13:12:02.936" v="4182" actId="1076"/>
          <ac:picMkLst>
            <pc:docMk/>
            <pc:sldMk cId="1249965848" sldId="270"/>
            <ac:picMk id="5" creationId="{DAA90656-2985-1E0D-DEA3-F94C4F990977}"/>
          </ac:picMkLst>
        </pc:picChg>
      </pc:sldChg>
      <pc:sldChg chg="addSp delSp modSp mod ord">
        <pc:chgData name="Дуња Михајловић" userId="e67dc02d-bdd0-48e1-bf3b-74a9f74b3aea" providerId="ADAL" clId="{CCA77932-A88C-4615-9CB8-A1EED70B35BD}" dt="2026-03-20T13:01:59.191" v="4043" actId="1076"/>
        <pc:sldMkLst>
          <pc:docMk/>
          <pc:sldMk cId="1110257223" sldId="271"/>
        </pc:sldMkLst>
        <pc:spChg chg="add del mod">
          <ac:chgData name="Дуња Михајловић" userId="e67dc02d-bdd0-48e1-bf3b-74a9f74b3aea" providerId="ADAL" clId="{CCA77932-A88C-4615-9CB8-A1EED70B35BD}" dt="2026-03-19T23:14:31.015" v="1615"/>
          <ac:spMkLst>
            <pc:docMk/>
            <pc:sldMk cId="1110257223" sldId="271"/>
            <ac:spMk id="3" creationId="{55368CCC-0B09-7C4E-4E53-3BC465DF89DF}"/>
          </ac:spMkLst>
        </pc:spChg>
        <pc:spChg chg="mod">
          <ac:chgData name="Дуња Михајловић" userId="e67dc02d-bdd0-48e1-bf3b-74a9f74b3aea" providerId="ADAL" clId="{CCA77932-A88C-4615-9CB8-A1EED70B35BD}" dt="2026-03-20T13:01:53.470" v="4041" actId="27636"/>
          <ac:spMkLst>
            <pc:docMk/>
            <pc:sldMk cId="1110257223" sldId="271"/>
            <ac:spMk id="7" creationId="{39D9E014-75F1-9DD6-EDAD-93292D84A079}"/>
          </ac:spMkLst>
        </pc:spChg>
        <pc:spChg chg="mod">
          <ac:chgData name="Дуња Михајловић" userId="e67dc02d-bdd0-48e1-bf3b-74a9f74b3aea" providerId="ADAL" clId="{CCA77932-A88C-4615-9CB8-A1EED70B35BD}" dt="2026-03-20T13:01:33.149" v="4033" actId="1076"/>
          <ac:spMkLst>
            <pc:docMk/>
            <pc:sldMk cId="1110257223" sldId="271"/>
            <ac:spMk id="9" creationId="{E88DA6AC-7F94-BC54-778D-473C08735A20}"/>
          </ac:spMkLst>
        </pc:spChg>
        <pc:spChg chg="del mod">
          <ac:chgData name="Дуња Михајловић" userId="e67dc02d-bdd0-48e1-bf3b-74a9f74b3aea" providerId="ADAL" clId="{CCA77932-A88C-4615-9CB8-A1EED70B35BD}" dt="2026-03-19T23:12:07.904" v="1527"/>
          <ac:spMkLst>
            <pc:docMk/>
            <pc:sldMk cId="1110257223" sldId="271"/>
            <ac:spMk id="10" creationId="{940FD4A0-1262-253D-FE2A-C93AD7DB7283}"/>
          </ac:spMkLst>
        </pc:spChg>
        <pc:graphicFrameChg chg="mod">
          <ac:chgData name="Дуња Михајловић" userId="e67dc02d-bdd0-48e1-bf3b-74a9f74b3aea" providerId="ADAL" clId="{CCA77932-A88C-4615-9CB8-A1EED70B35BD}" dt="2026-03-20T13:01:34.270" v="4035" actId="1076"/>
          <ac:graphicFrameMkLst>
            <pc:docMk/>
            <pc:sldMk cId="1110257223" sldId="271"/>
            <ac:graphicFrameMk id="5" creationId="{1811CF63-F7DF-EEA1-CB0B-5CC91FEDDA24}"/>
          </ac:graphicFrameMkLst>
        </pc:graphicFrameChg>
        <pc:picChg chg="mod">
          <ac:chgData name="Дуња Михајловић" userId="e67dc02d-bdd0-48e1-bf3b-74a9f74b3aea" providerId="ADAL" clId="{CCA77932-A88C-4615-9CB8-A1EED70B35BD}" dt="2026-03-20T13:01:59.191" v="4043" actId="1076"/>
          <ac:picMkLst>
            <pc:docMk/>
            <pc:sldMk cId="1110257223" sldId="271"/>
            <ac:picMk id="6" creationId="{8959A0C5-6F05-A0AC-DFA4-DBFB633101DE}"/>
          </ac:picMkLst>
        </pc:picChg>
      </pc:sldChg>
      <pc:sldChg chg="modSp mod">
        <pc:chgData name="Дуња Михајловић" userId="e67dc02d-bdd0-48e1-bf3b-74a9f74b3aea" providerId="ADAL" clId="{CCA77932-A88C-4615-9CB8-A1EED70B35BD}" dt="2026-03-20T13:18:24.309" v="4210" actId="1076"/>
        <pc:sldMkLst>
          <pc:docMk/>
          <pc:sldMk cId="2454664625" sldId="272"/>
        </pc:sldMkLst>
        <pc:spChg chg="mod">
          <ac:chgData name="Дуња Михајловић" userId="e67dc02d-bdd0-48e1-bf3b-74a9f74b3aea" providerId="ADAL" clId="{CCA77932-A88C-4615-9CB8-A1EED70B35BD}" dt="2026-03-20T13:18:02.666" v="4206" actId="14100"/>
          <ac:spMkLst>
            <pc:docMk/>
            <pc:sldMk cId="2454664625" sldId="272"/>
            <ac:spMk id="2" creationId="{5CE2A558-8EA2-1921-3931-2F5AB0EF79CF}"/>
          </ac:spMkLst>
        </pc:spChg>
        <pc:spChg chg="mod">
          <ac:chgData name="Дуња Михајловић" userId="e67dc02d-bdd0-48e1-bf3b-74a9f74b3aea" providerId="ADAL" clId="{CCA77932-A88C-4615-9CB8-A1EED70B35BD}" dt="2026-03-20T13:18:08.073" v="4208" actId="1076"/>
          <ac:spMkLst>
            <pc:docMk/>
            <pc:sldMk cId="2454664625" sldId="272"/>
            <ac:spMk id="6" creationId="{DF2BD043-5D43-D1D2-D94E-B29BB128723D}"/>
          </ac:spMkLst>
        </pc:spChg>
        <pc:graphicFrameChg chg="mod modGraphic">
          <ac:chgData name="Дуња Михајловић" userId="e67dc02d-bdd0-48e1-bf3b-74a9f74b3aea" providerId="ADAL" clId="{CCA77932-A88C-4615-9CB8-A1EED70B35BD}" dt="2026-03-20T13:18:24.309" v="4210" actId="1076"/>
          <ac:graphicFrameMkLst>
            <pc:docMk/>
            <pc:sldMk cId="2454664625" sldId="272"/>
            <ac:graphicFrameMk id="5" creationId="{BAECB0D0-B7BB-91DE-D9CD-684BCCAD1D12}"/>
          </ac:graphicFrameMkLst>
        </pc:graphicFrameChg>
      </pc:sldChg>
    </pc:docChg>
  </pc:docChgLst>
  <pc:docChgLst>
    <pc:chgData name="Дуња Михајловић" userId="e67dc02d-bdd0-48e1-bf3b-74a9f74b3aea" providerId="ADAL" clId="{36A25D31-D4F6-4838-92DF-59B43BB91FA4}"/>
    <pc:docChg chg="undo redo custSel addSld delSld modSld">
      <pc:chgData name="Дуња Михајловић" userId="e67dc02d-bdd0-48e1-bf3b-74a9f74b3aea" providerId="ADAL" clId="{36A25D31-D4F6-4838-92DF-59B43BB91FA4}" dt="2026-03-04T15:05:12.879" v="10953" actId="1076"/>
      <pc:docMkLst>
        <pc:docMk/>
      </pc:docMkLst>
      <pc:sldChg chg="modSp">
        <pc:chgData name="Дуња Михајловић" userId="e67dc02d-bdd0-48e1-bf3b-74a9f74b3aea" providerId="ADAL" clId="{36A25D31-D4F6-4838-92DF-59B43BB91FA4}" dt="2026-03-04T14:55:59.838" v="10881" actId="20577"/>
        <pc:sldMkLst>
          <pc:docMk/>
          <pc:sldMk cId="3490298955" sldId="256"/>
        </pc:sldMkLst>
        <pc:spChg chg="mod">
          <ac:chgData name="Дуња Михајловић" userId="e67dc02d-bdd0-48e1-bf3b-74a9f74b3aea" providerId="ADAL" clId="{36A25D31-D4F6-4838-92DF-59B43BB91FA4}" dt="2026-03-04T14:55:59.838" v="10881" actId="20577"/>
          <ac:spMkLst>
            <pc:docMk/>
            <pc:sldMk cId="3490298955" sldId="256"/>
            <ac:spMk id="2" creationId="{B7D7B60B-4BB5-B510-4C7D-44CAB0D312C4}"/>
          </ac:spMkLst>
        </pc:spChg>
      </pc:sldChg>
      <pc:sldChg chg="addSp modSp mod">
        <pc:chgData name="Дуња Михајловић" userId="e67dc02d-bdd0-48e1-bf3b-74a9f74b3aea" providerId="ADAL" clId="{36A25D31-D4F6-4838-92DF-59B43BB91FA4}" dt="2026-03-04T15:03:00.295" v="10928" actId="6559"/>
        <pc:sldMkLst>
          <pc:docMk/>
          <pc:sldMk cId="1888795824" sldId="257"/>
        </pc:sldMkLst>
        <pc:spChg chg="mod">
          <ac:chgData name="Дуња Михајловић" userId="e67dc02d-bdd0-48e1-bf3b-74a9f74b3aea" providerId="ADAL" clId="{36A25D31-D4F6-4838-92DF-59B43BB91FA4}" dt="2026-03-04T15:01:12.556" v="10921" actId="790"/>
          <ac:spMkLst>
            <pc:docMk/>
            <pc:sldMk cId="1888795824" sldId="257"/>
            <ac:spMk id="2" creationId="{681523E7-E585-863E-600C-4A84AB0F6F3E}"/>
          </ac:spMkLst>
        </pc:spChg>
        <pc:spChg chg="mod">
          <ac:chgData name="Дуња Михајловић" userId="e67dc02d-bdd0-48e1-bf3b-74a9f74b3aea" providerId="ADAL" clId="{36A25D31-D4F6-4838-92DF-59B43BB91FA4}" dt="2026-03-04T15:03:00.295" v="10928" actId="6559"/>
          <ac:spMkLst>
            <pc:docMk/>
            <pc:sldMk cId="1888795824" sldId="257"/>
            <ac:spMk id="3" creationId="{9062A114-A0AE-7551-C441-E81CBEC41C1D}"/>
          </ac:spMkLst>
        </pc:spChg>
        <pc:spChg chg="mod">
          <ac:chgData name="Дуња Михајловић" userId="e67dc02d-bdd0-48e1-bf3b-74a9f74b3aea" providerId="ADAL" clId="{36A25D31-D4F6-4838-92DF-59B43BB91FA4}" dt="2026-03-04T14:59:40.507" v="10908" actId="1076"/>
          <ac:spMkLst>
            <pc:docMk/>
            <pc:sldMk cId="1888795824" sldId="257"/>
            <ac:spMk id="8" creationId="{D3211E9B-C80D-43EE-CB24-774AA591702C}"/>
          </ac:spMkLst>
        </pc:spChg>
        <pc:picChg chg="mod">
          <ac:chgData name="Дуња Михајловић" userId="e67dc02d-bdd0-48e1-bf3b-74a9f74b3aea" providerId="ADAL" clId="{36A25D31-D4F6-4838-92DF-59B43BB91FA4}" dt="2026-03-04T14:58:42.998" v="10893" actId="1076"/>
          <ac:picMkLst>
            <pc:docMk/>
            <pc:sldMk cId="1888795824" sldId="257"/>
            <ac:picMk id="5" creationId="{193FB64B-FC79-E926-FAAD-69DCE5925459}"/>
          </ac:picMkLst>
        </pc:picChg>
        <pc:picChg chg="mod">
          <ac:chgData name="Дуња Михајловић" userId="e67dc02d-bdd0-48e1-bf3b-74a9f74b3aea" providerId="ADAL" clId="{36A25D31-D4F6-4838-92DF-59B43BB91FA4}" dt="2026-03-04T15:02:42.682" v="10927" actId="1076"/>
          <ac:picMkLst>
            <pc:docMk/>
            <pc:sldMk cId="1888795824" sldId="257"/>
            <ac:picMk id="6" creationId="{05F767FC-6C95-10E0-8605-17E1B978599B}"/>
          </ac:picMkLst>
        </pc:picChg>
      </pc:sldChg>
      <pc:sldChg chg="addSp delSp modSp mod setBg">
        <pc:chgData name="Дуња Михајловић" userId="e67dc02d-bdd0-48e1-bf3b-74a9f74b3aea" providerId="ADAL" clId="{36A25D31-D4F6-4838-92DF-59B43BB91FA4}" dt="2026-03-03T14:36:06.099" v="2671"/>
        <pc:sldMkLst>
          <pc:docMk/>
          <pc:sldMk cId="1437590666" sldId="262"/>
        </pc:sldMkLst>
        <pc:spChg chg="mod">
          <ac:chgData name="Дуња Михајловић" userId="e67dc02d-bdd0-48e1-bf3b-74a9f74b3aea" providerId="ADAL" clId="{36A25D31-D4F6-4838-92DF-59B43BB91FA4}" dt="2026-03-03T14:33:43.765" v="2348" actId="26606"/>
          <ac:spMkLst>
            <pc:docMk/>
            <pc:sldMk cId="1437590666" sldId="262"/>
            <ac:spMk id="2" creationId="{D23F53BA-20A9-F189-37D3-261F39CDC463}"/>
          </ac:spMkLst>
        </pc:spChg>
        <pc:spChg chg="add mod">
          <ac:chgData name="Дуња Михајловић" userId="e67dc02d-bdd0-48e1-bf3b-74a9f74b3aea" providerId="ADAL" clId="{36A25D31-D4F6-4838-92DF-59B43BB91FA4}" dt="2026-03-03T14:36:03.565" v="2669" actId="1076"/>
          <ac:spMkLst>
            <pc:docMk/>
            <pc:sldMk cId="1437590666" sldId="262"/>
            <ac:spMk id="13" creationId="{A1B2CC65-4E5B-E143-DCBA-C2195769ECC1}"/>
          </ac:spMkLst>
        </pc:spChg>
        <pc:spChg chg="add">
          <ac:chgData name="Дуња Михајловић" userId="e67dc02d-bdd0-48e1-bf3b-74a9f74b3aea" providerId="ADAL" clId="{36A25D31-D4F6-4838-92DF-59B43BB91FA4}" dt="2026-03-03T14:33:43.765" v="2348" actId="26606"/>
          <ac:spMkLst>
            <pc:docMk/>
            <pc:sldMk cId="1437590666" sldId="262"/>
            <ac:spMk id="18" creationId="{DBDA151C-5770-45E4-AAFF-59E7F403866D}"/>
          </ac:spMkLst>
        </pc:spChg>
        <pc:picChg chg="mod">
          <ac:chgData name="Дуња Михајловић" userId="e67dc02d-bdd0-48e1-bf3b-74a9f74b3aea" providerId="ADAL" clId="{36A25D31-D4F6-4838-92DF-59B43BB91FA4}" dt="2026-03-03T14:33:43.765" v="2348" actId="26606"/>
          <ac:picMkLst>
            <pc:docMk/>
            <pc:sldMk cId="1437590666" sldId="262"/>
            <ac:picMk id="6" creationId="{7910E9FF-980E-DCAC-AF0A-567287CCD10A}"/>
          </ac:picMkLst>
        </pc:picChg>
        <pc:cxnChg chg="add">
          <ac:chgData name="Дуња Михајловић" userId="e67dc02d-bdd0-48e1-bf3b-74a9f74b3aea" providerId="ADAL" clId="{36A25D31-D4F6-4838-92DF-59B43BB91FA4}" dt="2026-03-03T14:33:43.765" v="2348" actId="26606"/>
          <ac:cxnSpMkLst>
            <pc:docMk/>
            <pc:sldMk cId="1437590666" sldId="262"/>
            <ac:cxnSpMk id="16" creationId="{118E06E4-607B-144B-382B-AD3D06B1EE8C}"/>
          </ac:cxnSpMkLst>
        </pc:cxnChg>
        <pc:cxnChg chg="add">
          <ac:chgData name="Дуња Михајловић" userId="e67dc02d-bdd0-48e1-bf3b-74a9f74b3aea" providerId="ADAL" clId="{36A25D31-D4F6-4838-92DF-59B43BB91FA4}" dt="2026-03-03T14:33:43.765" v="2348" actId="26606"/>
          <ac:cxnSpMkLst>
            <pc:docMk/>
            <pc:sldMk cId="1437590666" sldId="262"/>
            <ac:cxnSpMk id="20" creationId="{2EA0F4A6-3CC9-C9E2-BA02-58FA29F7DD8E}"/>
          </ac:cxnSpMkLst>
        </pc:cxnChg>
      </pc:sldChg>
      <pc:sldChg chg="addSp delSp modSp mod">
        <pc:chgData name="Дуња Михајловић" userId="e67dc02d-bdd0-48e1-bf3b-74a9f74b3aea" providerId="ADAL" clId="{36A25D31-D4F6-4838-92DF-59B43BB91FA4}" dt="2026-03-03T14:46:27.160" v="3184" actId="27636"/>
        <pc:sldMkLst>
          <pc:docMk/>
          <pc:sldMk cId="1001499828" sldId="264"/>
        </pc:sldMkLst>
        <pc:spChg chg="mod">
          <ac:chgData name="Дуња Михајловић" userId="e67dc02d-bdd0-48e1-bf3b-74a9f74b3aea" providerId="ADAL" clId="{36A25D31-D4F6-4838-92DF-59B43BB91FA4}" dt="2026-03-03T14:46:27.160" v="3184" actId="27636"/>
          <ac:spMkLst>
            <pc:docMk/>
            <pc:sldMk cId="1001499828" sldId="264"/>
            <ac:spMk id="4" creationId="{426F1053-B29C-FD10-7C78-620C0C9A79FB}"/>
          </ac:spMkLst>
        </pc:spChg>
        <pc:picChg chg="add mod">
          <ac:chgData name="Дуња Михајловић" userId="e67dc02d-bdd0-48e1-bf3b-74a9f74b3aea" providerId="ADAL" clId="{36A25D31-D4F6-4838-92DF-59B43BB91FA4}" dt="2026-03-03T14:42:33.591" v="2850" actId="14100"/>
          <ac:picMkLst>
            <pc:docMk/>
            <pc:sldMk cId="1001499828" sldId="264"/>
            <ac:picMk id="5" creationId="{A9B17C24-E1EC-7F2A-5D07-77FF05E44C57}"/>
          </ac:picMkLst>
        </pc:picChg>
      </pc:sldChg>
      <pc:sldChg chg="addSp delSp modSp mod setBg">
        <pc:chgData name="Дуња Михајловић" userId="e67dc02d-bdd0-48e1-bf3b-74a9f74b3aea" providerId="ADAL" clId="{36A25D31-D4F6-4838-92DF-59B43BB91FA4}" dt="2026-03-04T01:17:29.044" v="6463" actId="20577"/>
        <pc:sldMkLst>
          <pc:docMk/>
          <pc:sldMk cId="147005866" sldId="265"/>
        </pc:sldMkLst>
        <pc:spChg chg="mod">
          <ac:chgData name="Дуња Михајловић" userId="e67dc02d-bdd0-48e1-bf3b-74a9f74b3aea" providerId="ADAL" clId="{36A25D31-D4F6-4838-92DF-59B43BB91FA4}" dt="2026-03-03T14:52:52.693" v="3709" actId="20577"/>
          <ac:spMkLst>
            <pc:docMk/>
            <pc:sldMk cId="147005866" sldId="265"/>
            <ac:spMk id="2" creationId="{F56F848F-1D1A-127F-3E16-1ECDF66DD398}"/>
          </ac:spMkLst>
        </pc:spChg>
        <pc:spChg chg="mod ord">
          <ac:chgData name="Дуња Михајловић" userId="e67dc02d-bdd0-48e1-bf3b-74a9f74b3aea" providerId="ADAL" clId="{36A25D31-D4F6-4838-92DF-59B43BB91FA4}" dt="2026-03-04T01:17:29.044" v="6463" actId="20577"/>
          <ac:spMkLst>
            <pc:docMk/>
            <pc:sldMk cId="147005866" sldId="265"/>
            <ac:spMk id="4" creationId="{2223BF1D-3FA2-2B54-B920-B3DDAEAAC8FE}"/>
          </ac:spMkLst>
        </pc:spChg>
        <pc:spChg chg="add">
          <ac:chgData name="Дуња Михајловић" userId="e67dc02d-bdd0-48e1-bf3b-74a9f74b3aea" providerId="ADAL" clId="{36A25D31-D4F6-4838-92DF-59B43BB91FA4}" dt="2026-03-03T14:48:29.486" v="3195" actId="26606"/>
          <ac:spMkLst>
            <pc:docMk/>
            <pc:sldMk cId="147005866" sldId="265"/>
            <ac:spMk id="16" creationId="{744CAA32-F237-419C-A2DD-43C28D920D3C}"/>
          </ac:spMkLst>
        </pc:spChg>
        <pc:picChg chg="add mod ord">
          <ac:chgData name="Дуња Михајловић" userId="e67dc02d-bdd0-48e1-bf3b-74a9f74b3aea" providerId="ADAL" clId="{36A25D31-D4F6-4838-92DF-59B43BB91FA4}" dt="2026-03-03T14:49:58.472" v="3364" actId="14100"/>
          <ac:picMkLst>
            <pc:docMk/>
            <pc:sldMk cId="147005866" sldId="265"/>
            <ac:picMk id="5" creationId="{1690CFBD-44AB-910B-CA3D-973582308D4E}"/>
          </ac:picMkLst>
        </pc:picChg>
        <pc:cxnChg chg="add">
          <ac:chgData name="Дуња Михајловић" userId="e67dc02d-bdd0-48e1-bf3b-74a9f74b3aea" providerId="ADAL" clId="{36A25D31-D4F6-4838-92DF-59B43BB91FA4}" dt="2026-03-03T14:48:29.486" v="3195" actId="26606"/>
          <ac:cxnSpMkLst>
            <pc:docMk/>
            <pc:sldMk cId="147005866" sldId="265"/>
            <ac:cxnSpMk id="11" creationId="{118E06E4-607B-144B-382B-AD3D06B1EE8C}"/>
          </ac:cxnSpMkLst>
        </pc:cxnChg>
        <pc:cxnChg chg="add">
          <ac:chgData name="Дуња Михајловић" userId="e67dc02d-bdd0-48e1-bf3b-74a9f74b3aea" providerId="ADAL" clId="{36A25D31-D4F6-4838-92DF-59B43BB91FA4}" dt="2026-03-03T14:48:29.486" v="3195" actId="26606"/>
          <ac:cxnSpMkLst>
            <pc:docMk/>
            <pc:sldMk cId="147005866" sldId="265"/>
            <ac:cxnSpMk id="18" creationId="{92025DBA-8780-9CA0-2826-FF6E3BD1A0C9}"/>
          </ac:cxnSpMkLst>
        </pc:cxnChg>
      </pc:sldChg>
      <pc:sldChg chg="addSp modSp mod">
        <pc:chgData name="Дуња Михајловић" userId="e67dc02d-bdd0-48e1-bf3b-74a9f74b3aea" providerId="ADAL" clId="{36A25D31-D4F6-4838-92DF-59B43BB91FA4}" dt="2026-03-04T01:23:07.750" v="6494" actId="1076"/>
        <pc:sldMkLst>
          <pc:docMk/>
          <pc:sldMk cId="695800585" sldId="266"/>
        </pc:sldMkLst>
        <pc:spChg chg="mod">
          <ac:chgData name="Дуња Михајловић" userId="e67dc02d-bdd0-48e1-bf3b-74a9f74b3aea" providerId="ADAL" clId="{36A25D31-D4F6-4838-92DF-59B43BB91FA4}" dt="2026-03-03T14:53:48.026" v="3721" actId="20577"/>
          <ac:spMkLst>
            <pc:docMk/>
            <pc:sldMk cId="695800585" sldId="266"/>
            <ac:spMk id="2" creationId="{09BF8CBC-D85C-49E9-F0A0-C4B4B1809F3B}"/>
          </ac:spMkLst>
        </pc:spChg>
        <pc:spChg chg="mod">
          <ac:chgData name="Дуња Михајловић" userId="e67dc02d-bdd0-48e1-bf3b-74a9f74b3aea" providerId="ADAL" clId="{36A25D31-D4F6-4838-92DF-59B43BB91FA4}" dt="2026-03-03T15:20:01.801" v="5272"/>
          <ac:spMkLst>
            <pc:docMk/>
            <pc:sldMk cId="695800585" sldId="266"/>
            <ac:spMk id="3" creationId="{9A69195C-CB31-ADBA-8C70-C488AB59006A}"/>
          </ac:spMkLst>
        </pc:spChg>
        <pc:spChg chg="mod">
          <ac:chgData name="Дуња Михајловић" userId="e67dc02d-bdd0-48e1-bf3b-74a9f74b3aea" providerId="ADAL" clId="{36A25D31-D4F6-4838-92DF-59B43BB91FA4}" dt="2026-03-03T15:20:01.801" v="5272"/>
          <ac:spMkLst>
            <pc:docMk/>
            <pc:sldMk cId="695800585" sldId="266"/>
            <ac:spMk id="4" creationId="{30C48550-E5C5-202A-ED4F-19743CC2D350}"/>
          </ac:spMkLst>
        </pc:spChg>
        <pc:spChg chg="add mod">
          <ac:chgData name="Дуња Михајловић" userId="e67dc02d-bdd0-48e1-bf3b-74a9f74b3aea" providerId="ADAL" clId="{36A25D31-D4F6-4838-92DF-59B43BB91FA4}" dt="2026-03-04T01:23:07.750" v="6494" actId="1076"/>
          <ac:spMkLst>
            <pc:docMk/>
            <pc:sldMk cId="695800585" sldId="266"/>
            <ac:spMk id="8" creationId="{2AC8F44C-7833-773B-1FD6-6AB3CA3412C0}"/>
          </ac:spMkLst>
        </pc:spChg>
        <pc:graphicFrameChg chg="add mod modGraphic">
          <ac:chgData name="Дуња Михајловић" userId="e67dc02d-bdd0-48e1-bf3b-74a9f74b3aea" providerId="ADAL" clId="{36A25D31-D4F6-4838-92DF-59B43BB91FA4}" dt="2026-03-03T15:19:04.148" v="5258" actId="5793"/>
          <ac:graphicFrameMkLst>
            <pc:docMk/>
            <pc:sldMk cId="695800585" sldId="266"/>
            <ac:graphicFrameMk id="7" creationId="{9A0A4963-476C-F0F3-5A21-0965EEE3A773}"/>
          </ac:graphicFrameMkLst>
        </pc:graphicFrameChg>
        <pc:picChg chg="add mod">
          <ac:chgData name="Дуња Михајловић" userId="e67dc02d-bdd0-48e1-bf3b-74a9f74b3aea" providerId="ADAL" clId="{36A25D31-D4F6-4838-92DF-59B43BB91FA4}" dt="2026-03-03T15:00:33.563" v="4050" actId="1076"/>
          <ac:picMkLst>
            <pc:docMk/>
            <pc:sldMk cId="695800585" sldId="266"/>
            <ac:picMk id="5" creationId="{C274B2B6-940E-4AEA-DE4D-F66DB23DCAE7}"/>
          </ac:picMkLst>
        </pc:picChg>
        <pc:picChg chg="add mod">
          <ac:chgData name="Дуња Михајловић" userId="e67dc02d-bdd0-48e1-bf3b-74a9f74b3aea" providerId="ADAL" clId="{36A25D31-D4F6-4838-92DF-59B43BB91FA4}" dt="2026-03-03T15:11:40.914" v="4591" actId="34135"/>
          <ac:picMkLst>
            <pc:docMk/>
            <pc:sldMk cId="695800585" sldId="266"/>
            <ac:picMk id="6" creationId="{B56F053D-8D48-CF24-F62C-6A14F00749AF}"/>
          </ac:picMkLst>
        </pc:picChg>
      </pc:sldChg>
      <pc:sldChg chg="addSp delSp modSp mod">
        <pc:chgData name="Дуња Михајловић" userId="e67dc02d-bdd0-48e1-bf3b-74a9f74b3aea" providerId="ADAL" clId="{36A25D31-D4F6-4838-92DF-59B43BB91FA4}" dt="2026-03-04T14:55:24.560" v="10796" actId="208"/>
        <pc:sldMkLst>
          <pc:docMk/>
          <pc:sldMk cId="3494173503" sldId="267"/>
        </pc:sldMkLst>
        <pc:spChg chg="mod">
          <ac:chgData name="Дуња Михајловић" userId="e67dc02d-bdd0-48e1-bf3b-74a9f74b3aea" providerId="ADAL" clId="{36A25D31-D4F6-4838-92DF-59B43BB91FA4}" dt="2026-03-03T15:35:20.690" v="6108" actId="404"/>
          <ac:spMkLst>
            <pc:docMk/>
            <pc:sldMk cId="3494173503" sldId="267"/>
            <ac:spMk id="2" creationId="{3463DDFF-2124-4E37-D35F-B91AE064C3C4}"/>
          </ac:spMkLst>
        </pc:spChg>
        <pc:spChg chg="add mod">
          <ac:chgData name="Дуња Михајловић" userId="e67dc02d-bdd0-48e1-bf3b-74a9f74b3aea" providerId="ADAL" clId="{36A25D31-D4F6-4838-92DF-59B43BB91FA4}" dt="2026-03-04T02:09:28.262" v="8170" actId="339"/>
          <ac:spMkLst>
            <pc:docMk/>
            <pc:sldMk cId="3494173503" sldId="267"/>
            <ac:spMk id="7" creationId="{60A6309A-51F6-8758-EFAD-D5A419E44725}"/>
          </ac:spMkLst>
        </pc:spChg>
      </pc:sldChg>
      <pc:sldChg chg="addSp modSp mod">
        <pc:chgData name="Дуња Михајловић" userId="e67dc02d-bdd0-48e1-bf3b-74a9f74b3aea" providerId="ADAL" clId="{36A25D31-D4F6-4838-92DF-59B43BB91FA4}" dt="2026-03-04T15:04:59.686" v="10952" actId="14100"/>
        <pc:sldMkLst>
          <pc:docMk/>
          <pc:sldMk cId="1249965848" sldId="270"/>
        </pc:sldMkLst>
        <pc:spChg chg="mod">
          <ac:chgData name="Дуња Михајловић" userId="e67dc02d-bdd0-48e1-bf3b-74a9f74b3aea" providerId="ADAL" clId="{36A25D31-D4F6-4838-92DF-59B43BB91FA4}" dt="2026-03-04T02:11:33.947" v="8198" actId="20577"/>
          <ac:spMkLst>
            <pc:docMk/>
            <pc:sldMk cId="1249965848" sldId="270"/>
            <ac:spMk id="2" creationId="{6EDA6027-5489-1DA8-621A-A32E70811940}"/>
          </ac:spMkLst>
        </pc:spChg>
        <pc:spChg chg="mod">
          <ac:chgData name="Дуња Михајловић" userId="e67dc02d-bdd0-48e1-bf3b-74a9f74b3aea" providerId="ADAL" clId="{36A25D31-D4F6-4838-92DF-59B43BB91FA4}" dt="2026-03-04T15:04:59.686" v="10952" actId="14100"/>
          <ac:spMkLst>
            <pc:docMk/>
            <pc:sldMk cId="1249965848" sldId="270"/>
            <ac:spMk id="3" creationId="{B070A3F4-D476-E29C-9553-03B6D119229F}"/>
          </ac:spMkLst>
        </pc:spChg>
        <pc:spChg chg="mod">
          <ac:chgData name="Дуња Михајловић" userId="e67dc02d-bdd0-48e1-bf3b-74a9f74b3aea" providerId="ADAL" clId="{36A25D31-D4F6-4838-92DF-59B43BB91FA4}" dt="2026-03-04T03:25:50.110" v="9432" actId="1076"/>
          <ac:spMkLst>
            <pc:docMk/>
            <pc:sldMk cId="1249965848" sldId="270"/>
            <ac:spMk id="4" creationId="{DA78BCC4-32CB-2261-9F47-C1BAA30ABC06}"/>
          </ac:spMkLst>
        </pc:spChg>
        <pc:picChg chg="add mod">
          <ac:chgData name="Дуња Михајловић" userId="e67dc02d-bdd0-48e1-bf3b-74a9f74b3aea" providerId="ADAL" clId="{36A25D31-D4F6-4838-92DF-59B43BB91FA4}" dt="2026-03-04T02:13:15.870" v="8332" actId="1076"/>
          <ac:picMkLst>
            <pc:docMk/>
            <pc:sldMk cId="1249965848" sldId="270"/>
            <ac:picMk id="5" creationId="{DAA90656-2985-1E0D-DEA3-F94C4F990977}"/>
          </ac:picMkLst>
        </pc:picChg>
      </pc:sldChg>
      <pc:sldChg chg="addSp delSp modSp new mod">
        <pc:chgData name="Дуња Михајловић" userId="e67dc02d-bdd0-48e1-bf3b-74a9f74b3aea" providerId="ADAL" clId="{36A25D31-D4F6-4838-92DF-59B43BB91FA4}" dt="2026-03-04T15:03:11.801" v="10931" actId="1076"/>
        <pc:sldMkLst>
          <pc:docMk/>
          <pc:sldMk cId="1110257223" sldId="271"/>
        </pc:sldMkLst>
        <pc:spChg chg="mod">
          <ac:chgData name="Дуња Михајловић" userId="e67dc02d-bdd0-48e1-bf3b-74a9f74b3aea" providerId="ADAL" clId="{36A25D31-D4F6-4838-92DF-59B43BB91FA4}" dt="2026-03-03T14:28:34.583" v="2259" actId="790"/>
          <ac:spMkLst>
            <pc:docMk/>
            <pc:sldMk cId="1110257223" sldId="271"/>
            <ac:spMk id="2" creationId="{2AB192D1-D8C7-B0A1-EDEE-A2AD61ADE2B5}"/>
          </ac:spMkLst>
        </pc:spChg>
        <pc:spChg chg="add mod">
          <ac:chgData name="Дуња Михајловић" userId="e67dc02d-bdd0-48e1-bf3b-74a9f74b3aea" providerId="ADAL" clId="{36A25D31-D4F6-4838-92DF-59B43BB91FA4}" dt="2026-03-04T15:03:06.970" v="10929" actId="1076"/>
          <ac:spMkLst>
            <pc:docMk/>
            <pc:sldMk cId="1110257223" sldId="271"/>
            <ac:spMk id="7" creationId="{39D9E014-75F1-9DD6-EDAD-93292D84A079}"/>
          </ac:spMkLst>
        </pc:spChg>
        <pc:spChg chg="add mod">
          <ac:chgData name="Дуња Михајловић" userId="e67dc02d-bdd0-48e1-bf3b-74a9f74b3aea" providerId="ADAL" clId="{36A25D31-D4F6-4838-92DF-59B43BB91FA4}" dt="2026-03-03T14:39:19.924" v="2689" actId="1076"/>
          <ac:spMkLst>
            <pc:docMk/>
            <pc:sldMk cId="1110257223" sldId="271"/>
            <ac:spMk id="9" creationId="{E88DA6AC-7F94-BC54-778D-473C08735A20}"/>
          </ac:spMkLst>
        </pc:spChg>
        <pc:graphicFrameChg chg="add mod modGraphic">
          <ac:chgData name="Дуња Михајловић" userId="e67dc02d-bdd0-48e1-bf3b-74a9f74b3aea" providerId="ADAL" clId="{36A25D31-D4F6-4838-92DF-59B43BB91FA4}" dt="2026-03-03T14:41:54.458" v="2843" actId="14100"/>
          <ac:graphicFrameMkLst>
            <pc:docMk/>
            <pc:sldMk cId="1110257223" sldId="271"/>
            <ac:graphicFrameMk id="5" creationId="{1811CF63-F7DF-EEA1-CB0B-5CC91FEDDA24}"/>
          </ac:graphicFrameMkLst>
        </pc:graphicFrameChg>
        <pc:picChg chg="add mod modCrop">
          <ac:chgData name="Дуња Михајловић" userId="e67dc02d-bdd0-48e1-bf3b-74a9f74b3aea" providerId="ADAL" clId="{36A25D31-D4F6-4838-92DF-59B43BB91FA4}" dt="2026-03-04T15:03:09.839" v="10930" actId="1076"/>
          <ac:picMkLst>
            <pc:docMk/>
            <pc:sldMk cId="1110257223" sldId="271"/>
            <ac:picMk id="6" creationId="{8959A0C5-6F05-A0AC-DFA4-DBFB633101DE}"/>
          </ac:picMkLst>
        </pc:picChg>
      </pc:sldChg>
      <pc:sldChg chg="addSp delSp modSp new mod setBg">
        <pc:chgData name="Дуња Михајловић" userId="e67dc02d-bdd0-48e1-bf3b-74a9f74b3aea" providerId="ADAL" clId="{36A25D31-D4F6-4838-92DF-59B43BB91FA4}" dt="2026-03-04T15:05:12.879" v="10953" actId="1076"/>
        <pc:sldMkLst>
          <pc:docMk/>
          <pc:sldMk cId="2454664625" sldId="272"/>
        </pc:sldMkLst>
        <pc:spChg chg="mod">
          <ac:chgData name="Дуња Михајловић" userId="e67dc02d-bdd0-48e1-bf3b-74a9f74b3aea" providerId="ADAL" clId="{36A25D31-D4F6-4838-92DF-59B43BB91FA4}" dt="2026-03-04T03:30:30.988" v="9880" actId="26606"/>
          <ac:spMkLst>
            <pc:docMk/>
            <pc:sldMk cId="2454664625" sldId="272"/>
            <ac:spMk id="2" creationId="{5CE2A558-8EA2-1921-3931-2F5AB0EF79CF}"/>
          </ac:spMkLst>
        </pc:spChg>
        <pc:spChg chg="add mod">
          <ac:chgData name="Дуња Михајловић" userId="e67dc02d-bdd0-48e1-bf3b-74a9f74b3aea" providerId="ADAL" clId="{36A25D31-D4F6-4838-92DF-59B43BB91FA4}" dt="2026-03-04T15:05:12.879" v="10953" actId="1076"/>
          <ac:spMkLst>
            <pc:docMk/>
            <pc:sldMk cId="2454664625" sldId="272"/>
            <ac:spMk id="6" creationId="{DF2BD043-5D43-D1D2-D94E-B29BB128723D}"/>
          </ac:spMkLst>
        </pc:spChg>
        <pc:spChg chg="add">
          <ac:chgData name="Дуња Михајловић" userId="e67dc02d-bdd0-48e1-bf3b-74a9f74b3aea" providerId="ADAL" clId="{36A25D31-D4F6-4838-92DF-59B43BB91FA4}" dt="2026-03-04T03:30:30.988" v="9880" actId="26606"/>
          <ac:spMkLst>
            <pc:docMk/>
            <pc:sldMk cId="2454664625" sldId="272"/>
            <ac:spMk id="11" creationId="{063F27BC-7079-4FF7-8F7C-ABC82FA3C247}"/>
          </ac:spMkLst>
        </pc:spChg>
        <pc:graphicFrameChg chg="add mod modGraphic">
          <ac:chgData name="Дуња Михајловић" userId="e67dc02d-bdd0-48e1-bf3b-74a9f74b3aea" providerId="ADAL" clId="{36A25D31-D4F6-4838-92DF-59B43BB91FA4}" dt="2026-03-04T13:45:04.647" v="10190" actId="20577"/>
          <ac:graphicFrameMkLst>
            <pc:docMk/>
            <pc:sldMk cId="2454664625" sldId="272"/>
            <ac:graphicFrameMk id="5" creationId="{BAECB0D0-B7BB-91DE-D9CD-684BCCAD1D12}"/>
          </ac:graphicFrameMkLst>
        </pc:graphicFrameChg>
        <pc:cxnChg chg="add">
          <ac:chgData name="Дуња Михајловић" userId="e67dc02d-bdd0-48e1-bf3b-74a9f74b3aea" providerId="ADAL" clId="{36A25D31-D4F6-4838-92DF-59B43BB91FA4}" dt="2026-03-04T03:30:30.988" v="9880" actId="26606"/>
          <ac:cxnSpMkLst>
            <pc:docMk/>
            <pc:sldMk cId="2454664625" sldId="272"/>
            <ac:cxnSpMk id="9" creationId="{118E06E4-607B-144B-382B-AD3D06B1EE8C}"/>
          </ac:cxnSpMkLst>
        </pc:cxnChg>
        <pc:cxnChg chg="add">
          <ac:chgData name="Дуња Михајловић" userId="e67dc02d-bdd0-48e1-bf3b-74a9f74b3aea" providerId="ADAL" clId="{36A25D31-D4F6-4838-92DF-59B43BB91FA4}" dt="2026-03-04T03:30:30.988" v="9880" actId="26606"/>
          <ac:cxnSpMkLst>
            <pc:docMk/>
            <pc:sldMk cId="2454664625" sldId="272"/>
            <ac:cxnSpMk id="13" creationId="{9B5F4E67-4DB9-8422-13E5-B36FD48EC4D4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30E082-BEEC-438E-A864-E6E82B111837}" type="doc">
      <dgm:prSet loTypeId="urn:microsoft.com/office/officeart/2016/7/layout/AccentHomeChevro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263633-61AD-449A-9909-68B6D7C82FD8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/>
            <a:t>2018</a:t>
          </a:r>
        </a:p>
      </dgm:t>
    </dgm:pt>
    <dgm:pt modelId="{501D0417-9992-44FE-90DE-32AF906A7DE1}" type="parTrans" cxnId="{6ED7268C-57FC-4116-B529-CAE2521CDCF2}">
      <dgm:prSet/>
      <dgm:spPr/>
      <dgm:t>
        <a:bodyPr/>
        <a:lstStyle/>
        <a:p>
          <a:endParaRPr lang="en-US"/>
        </a:p>
      </dgm:t>
    </dgm:pt>
    <dgm:pt modelId="{7DE17B4F-0A6B-461C-997C-ACC1A9E31743}" type="sibTrans" cxnId="{6ED7268C-57FC-4116-B529-CAE2521CDCF2}">
      <dgm:prSet/>
      <dgm:spPr/>
      <dgm:t>
        <a:bodyPr/>
        <a:lstStyle/>
        <a:p>
          <a:endParaRPr lang="en-US"/>
        </a:p>
      </dgm:t>
    </dgm:pt>
    <dgm:pt modelId="{9A2941A5-33A2-4F6E-A4D1-6D8EB195A29A}">
      <dgm:prSet/>
      <dgm:spPr/>
      <dgm:t>
        <a:bodyPr/>
        <a:lstStyle/>
        <a:p>
          <a:r>
            <a:rPr lang="en-US"/>
            <a:t>Release 15 – 5G (NR)</a:t>
          </a:r>
        </a:p>
      </dgm:t>
    </dgm:pt>
    <dgm:pt modelId="{BDE6855A-8902-4732-B08D-FEC833F8E215}" type="parTrans" cxnId="{16338D52-F17E-4E07-B8FB-02495FF6B7D8}">
      <dgm:prSet/>
      <dgm:spPr/>
      <dgm:t>
        <a:bodyPr/>
        <a:lstStyle/>
        <a:p>
          <a:endParaRPr lang="en-US"/>
        </a:p>
      </dgm:t>
    </dgm:pt>
    <dgm:pt modelId="{DB22A6B1-988D-4B09-A4F0-24F117F7ACDB}" type="sibTrans" cxnId="{16338D52-F17E-4E07-B8FB-02495FF6B7D8}">
      <dgm:prSet/>
      <dgm:spPr/>
      <dgm:t>
        <a:bodyPr/>
        <a:lstStyle/>
        <a:p>
          <a:endParaRPr lang="en-US"/>
        </a:p>
      </dgm:t>
    </dgm:pt>
    <dgm:pt modelId="{48AF8724-A4E2-40F0-ACCF-EC621D3B9633}">
      <dgm:prSet/>
      <dgm:spPr/>
      <dgm:t>
        <a:bodyPr/>
        <a:lstStyle/>
        <a:p>
          <a:r>
            <a:rPr lang="en-US"/>
            <a:t>Viši frekvencijski opsezi</a:t>
          </a:r>
        </a:p>
      </dgm:t>
    </dgm:pt>
    <dgm:pt modelId="{3493BFCC-0D9E-4882-8C3F-2854A17B21ED}" type="parTrans" cxnId="{846B4619-A390-4EE4-AFBE-7EE449311143}">
      <dgm:prSet/>
      <dgm:spPr/>
      <dgm:t>
        <a:bodyPr/>
        <a:lstStyle/>
        <a:p>
          <a:endParaRPr lang="en-US"/>
        </a:p>
      </dgm:t>
    </dgm:pt>
    <dgm:pt modelId="{8C011303-7447-4BFD-AB61-79ECC3ECC8A0}" type="sibTrans" cxnId="{846B4619-A390-4EE4-AFBE-7EE449311143}">
      <dgm:prSet/>
      <dgm:spPr/>
      <dgm:t>
        <a:bodyPr/>
        <a:lstStyle/>
        <a:p>
          <a:endParaRPr lang="en-US"/>
        </a:p>
      </dgm:t>
    </dgm:pt>
    <dgm:pt modelId="{AE6F5749-FBB0-4F4F-AC7C-ACC8DE020342}">
      <dgm:prSet/>
      <dgm:spPr/>
      <dgm:t>
        <a:bodyPr/>
        <a:lstStyle/>
        <a:p>
          <a:r>
            <a:rPr lang="en-US"/>
            <a:t>podrška eMBB, URLLC, mMTC</a:t>
          </a:r>
        </a:p>
      </dgm:t>
    </dgm:pt>
    <dgm:pt modelId="{81AC3B5E-EC39-472F-A351-D9F4DC1F722E}" type="parTrans" cxnId="{069ED93A-BC55-49D7-88E2-90BEA3CD122B}">
      <dgm:prSet/>
      <dgm:spPr/>
      <dgm:t>
        <a:bodyPr/>
        <a:lstStyle/>
        <a:p>
          <a:endParaRPr lang="en-US"/>
        </a:p>
      </dgm:t>
    </dgm:pt>
    <dgm:pt modelId="{0D7C7A39-FD06-473F-9DF9-FD524970B25D}" type="sibTrans" cxnId="{069ED93A-BC55-49D7-88E2-90BEA3CD122B}">
      <dgm:prSet/>
      <dgm:spPr/>
      <dgm:t>
        <a:bodyPr/>
        <a:lstStyle/>
        <a:p>
          <a:endParaRPr lang="en-US"/>
        </a:p>
      </dgm:t>
    </dgm:pt>
    <dgm:pt modelId="{DF64CBC9-572F-4C0E-922C-E4EF33471643}">
      <dgm:prSet/>
      <dgm:spPr/>
      <dgm:t>
        <a:bodyPr/>
        <a:lstStyle/>
        <a:p>
          <a:r>
            <a:rPr lang="en-US"/>
            <a:t>Arhitektura: SBA+modularni RAN</a:t>
          </a:r>
        </a:p>
      </dgm:t>
    </dgm:pt>
    <dgm:pt modelId="{287D7C2D-60E3-4EDF-ADC3-2EE6649BC156}" type="parTrans" cxnId="{39835F18-E244-4387-B3FF-F74D8FC27AB7}">
      <dgm:prSet/>
      <dgm:spPr/>
      <dgm:t>
        <a:bodyPr/>
        <a:lstStyle/>
        <a:p>
          <a:endParaRPr lang="en-US"/>
        </a:p>
      </dgm:t>
    </dgm:pt>
    <dgm:pt modelId="{75677E94-C0A6-4477-B43F-42DE0DB48F17}" type="sibTrans" cxnId="{39835F18-E244-4387-B3FF-F74D8FC27AB7}">
      <dgm:prSet/>
      <dgm:spPr/>
      <dgm:t>
        <a:bodyPr/>
        <a:lstStyle/>
        <a:p>
          <a:endParaRPr lang="en-US"/>
        </a:p>
      </dgm:t>
    </dgm:pt>
    <dgm:pt modelId="{A934153E-6FD8-44B7-A928-C48A6C68516F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/>
            <a:t>2022</a:t>
          </a:r>
        </a:p>
      </dgm:t>
    </dgm:pt>
    <dgm:pt modelId="{02EF3C1F-B513-46B8-A99F-B8CE6B056737}" type="parTrans" cxnId="{7E8C1557-C825-423D-AA4A-0616C4E6457A}">
      <dgm:prSet/>
      <dgm:spPr/>
      <dgm:t>
        <a:bodyPr/>
        <a:lstStyle/>
        <a:p>
          <a:endParaRPr lang="en-US"/>
        </a:p>
      </dgm:t>
    </dgm:pt>
    <dgm:pt modelId="{65252A63-8833-41DF-AEB9-6378E9F77427}" type="sibTrans" cxnId="{7E8C1557-C825-423D-AA4A-0616C4E6457A}">
      <dgm:prSet/>
      <dgm:spPr/>
      <dgm:t>
        <a:bodyPr/>
        <a:lstStyle/>
        <a:p>
          <a:endParaRPr lang="en-US"/>
        </a:p>
      </dgm:t>
    </dgm:pt>
    <dgm:pt modelId="{4EEEAE66-CFF7-43B1-9DAC-D134E23D75BB}">
      <dgm:prSet/>
      <dgm:spPr/>
      <dgm:t>
        <a:bodyPr/>
        <a:lstStyle/>
        <a:p>
          <a:r>
            <a:rPr lang="en-US"/>
            <a:t>Release 17 – NTN</a:t>
          </a:r>
        </a:p>
      </dgm:t>
    </dgm:pt>
    <dgm:pt modelId="{A25B2BE9-D319-4675-8A2A-5035301C701D}" type="parTrans" cxnId="{7660BBC2-F83E-464A-9138-601BB0959092}">
      <dgm:prSet/>
      <dgm:spPr/>
      <dgm:t>
        <a:bodyPr/>
        <a:lstStyle/>
        <a:p>
          <a:endParaRPr lang="en-US"/>
        </a:p>
      </dgm:t>
    </dgm:pt>
    <dgm:pt modelId="{66D2BF2C-45ED-4557-9CA8-BB5F5F2B6EF8}" type="sibTrans" cxnId="{7660BBC2-F83E-464A-9138-601BB0959092}">
      <dgm:prSet/>
      <dgm:spPr/>
      <dgm:t>
        <a:bodyPr/>
        <a:lstStyle/>
        <a:p>
          <a:endParaRPr lang="en-US"/>
        </a:p>
      </dgm:t>
    </dgm:pt>
    <dgm:pt modelId="{A86CC65C-501F-4A4E-A695-5F7CFB13C607}">
      <dgm:prSet/>
      <dgm:spPr/>
      <dgm:t>
        <a:bodyPr/>
        <a:lstStyle/>
        <a:p>
          <a:r>
            <a:rPr lang="en-US"/>
            <a:t>Prva sistemska integracija satelitskih i terestrijalnih mreža</a:t>
          </a:r>
        </a:p>
      </dgm:t>
    </dgm:pt>
    <dgm:pt modelId="{CDDED575-0A2E-4496-832B-5735BB8A9810}" type="parTrans" cxnId="{B8F9CB91-01D1-4A03-AA98-CDBA5D55BB01}">
      <dgm:prSet/>
      <dgm:spPr/>
      <dgm:t>
        <a:bodyPr/>
        <a:lstStyle/>
        <a:p>
          <a:endParaRPr lang="en-US"/>
        </a:p>
      </dgm:t>
    </dgm:pt>
    <dgm:pt modelId="{B8BB6232-AD24-46A7-80FC-E90D669B9A85}" type="sibTrans" cxnId="{B8F9CB91-01D1-4A03-AA98-CDBA5D55BB01}">
      <dgm:prSet/>
      <dgm:spPr/>
      <dgm:t>
        <a:bodyPr/>
        <a:lstStyle/>
        <a:p>
          <a:endParaRPr lang="en-US"/>
        </a:p>
      </dgm:t>
    </dgm:pt>
    <dgm:pt modelId="{FA552FAD-D485-43AE-B6F7-FF2D31BD1622}">
      <dgm:prSet/>
      <dgm:spPr/>
      <dgm:t>
        <a:bodyPr/>
        <a:lstStyle/>
        <a:p>
          <a:r>
            <a:rPr lang="en-US"/>
            <a:t>Transparentni payload</a:t>
          </a:r>
        </a:p>
      </dgm:t>
    </dgm:pt>
    <dgm:pt modelId="{26E4CA77-B661-415A-A63F-2CF1CB2AB655}" type="parTrans" cxnId="{1AB3F8BE-7F6A-4609-9062-40E1B1C5C97D}">
      <dgm:prSet/>
      <dgm:spPr/>
      <dgm:t>
        <a:bodyPr/>
        <a:lstStyle/>
        <a:p>
          <a:endParaRPr lang="en-US"/>
        </a:p>
      </dgm:t>
    </dgm:pt>
    <dgm:pt modelId="{C6226920-25BA-4CBF-B7A3-A384061F6F1E}" type="sibTrans" cxnId="{1AB3F8BE-7F6A-4609-9062-40E1B1C5C97D}">
      <dgm:prSet/>
      <dgm:spPr/>
      <dgm:t>
        <a:bodyPr/>
        <a:lstStyle/>
        <a:p>
          <a:endParaRPr lang="en-US"/>
        </a:p>
      </dgm:t>
    </dgm:pt>
    <dgm:pt modelId="{D71D7DD9-6DC9-44B1-A7D3-DA7E7CA89362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/>
            <a:t>2024</a:t>
          </a:r>
        </a:p>
      </dgm:t>
    </dgm:pt>
    <dgm:pt modelId="{A5948417-44E9-48E5-8869-51B10EADDFB9}" type="parTrans" cxnId="{C50C3113-0D0A-49B5-93C2-60C1044EA729}">
      <dgm:prSet/>
      <dgm:spPr/>
      <dgm:t>
        <a:bodyPr/>
        <a:lstStyle/>
        <a:p>
          <a:endParaRPr lang="en-US"/>
        </a:p>
      </dgm:t>
    </dgm:pt>
    <dgm:pt modelId="{0D08C70B-3234-4EDA-BE62-09191AD3599D}" type="sibTrans" cxnId="{C50C3113-0D0A-49B5-93C2-60C1044EA729}">
      <dgm:prSet/>
      <dgm:spPr/>
      <dgm:t>
        <a:bodyPr/>
        <a:lstStyle/>
        <a:p>
          <a:endParaRPr lang="en-US"/>
        </a:p>
      </dgm:t>
    </dgm:pt>
    <dgm:pt modelId="{42800E7F-7764-413B-ADC4-530A5914410C}">
      <dgm:prSet/>
      <dgm:spPr/>
      <dgm:t>
        <a:bodyPr/>
        <a:lstStyle/>
        <a:p>
          <a:r>
            <a:rPr lang="en-US"/>
            <a:t>Release 18</a:t>
          </a:r>
        </a:p>
      </dgm:t>
    </dgm:pt>
    <dgm:pt modelId="{42489D0F-E5BE-4B2F-BAE3-599661D2AF72}" type="parTrans" cxnId="{E4CFAA11-1C89-4AC6-ABBD-E603CED857BA}">
      <dgm:prSet/>
      <dgm:spPr/>
      <dgm:t>
        <a:bodyPr/>
        <a:lstStyle/>
        <a:p>
          <a:endParaRPr lang="en-US"/>
        </a:p>
      </dgm:t>
    </dgm:pt>
    <dgm:pt modelId="{D253041F-9632-44D6-A3C7-E4BBA54DC2D6}" type="sibTrans" cxnId="{E4CFAA11-1C89-4AC6-ABBD-E603CED857BA}">
      <dgm:prSet/>
      <dgm:spPr/>
      <dgm:t>
        <a:bodyPr/>
        <a:lstStyle/>
        <a:p>
          <a:endParaRPr lang="en-US"/>
        </a:p>
      </dgm:t>
    </dgm:pt>
    <dgm:pt modelId="{0F14F132-E148-497B-8513-F2A5B398A948}">
      <dgm:prSet/>
      <dgm:spPr/>
      <dgm:t>
        <a:bodyPr/>
        <a:lstStyle/>
        <a:p>
          <a:r>
            <a:rPr lang="en-US"/>
            <a:t>eMBB enchancement</a:t>
          </a:r>
        </a:p>
      </dgm:t>
    </dgm:pt>
    <dgm:pt modelId="{48BF83CF-A12C-4086-ADBC-99976AB74F0C}" type="parTrans" cxnId="{793F19EF-6EED-40B1-B427-71A2882E32C2}">
      <dgm:prSet/>
      <dgm:spPr/>
      <dgm:t>
        <a:bodyPr/>
        <a:lstStyle/>
        <a:p>
          <a:endParaRPr lang="en-US"/>
        </a:p>
      </dgm:t>
    </dgm:pt>
    <dgm:pt modelId="{AFC4BB2F-EDA9-4AC1-B237-CAB57253A719}" type="sibTrans" cxnId="{793F19EF-6EED-40B1-B427-71A2882E32C2}">
      <dgm:prSet/>
      <dgm:spPr/>
      <dgm:t>
        <a:bodyPr/>
        <a:lstStyle/>
        <a:p>
          <a:endParaRPr lang="en-US"/>
        </a:p>
      </dgm:t>
    </dgm:pt>
    <dgm:pt modelId="{FE9EB591-997E-46CE-86C0-F4F26FE7B8C9}">
      <dgm:prSet/>
      <dgm:spPr/>
      <dgm:t>
        <a:bodyPr/>
        <a:lstStyle/>
        <a:p>
          <a:r>
            <a:rPr lang="en-US"/>
            <a:t>FR2 za satelitske komunikacije – Ka-band</a:t>
          </a:r>
        </a:p>
      </dgm:t>
    </dgm:pt>
    <dgm:pt modelId="{6BB94FF5-1789-4F79-9E38-82A89BC8C921}" type="parTrans" cxnId="{6857BAE8-F74F-46C0-9255-4DD3A6478B42}">
      <dgm:prSet/>
      <dgm:spPr/>
      <dgm:t>
        <a:bodyPr/>
        <a:lstStyle/>
        <a:p>
          <a:endParaRPr lang="en-US"/>
        </a:p>
      </dgm:t>
    </dgm:pt>
    <dgm:pt modelId="{9B28B45D-3CE9-4959-B1D9-87B93139A671}" type="sibTrans" cxnId="{6857BAE8-F74F-46C0-9255-4DD3A6478B42}">
      <dgm:prSet/>
      <dgm:spPr/>
      <dgm:t>
        <a:bodyPr/>
        <a:lstStyle/>
        <a:p>
          <a:endParaRPr lang="en-US"/>
        </a:p>
      </dgm:t>
    </dgm:pt>
    <dgm:pt modelId="{23D08E43-6BB7-45A2-9AEF-8484D70E8B6B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/>
            <a:t>2025</a:t>
          </a:r>
        </a:p>
      </dgm:t>
    </dgm:pt>
    <dgm:pt modelId="{6C9CF5A1-0D3D-4004-9A5C-4014C05856D2}" type="parTrans" cxnId="{026A89C1-E30E-4AE8-AD27-0EA9FCD4B72B}">
      <dgm:prSet/>
      <dgm:spPr/>
      <dgm:t>
        <a:bodyPr/>
        <a:lstStyle/>
        <a:p>
          <a:endParaRPr lang="en-US"/>
        </a:p>
      </dgm:t>
    </dgm:pt>
    <dgm:pt modelId="{46654317-EED8-49EB-B7E3-6A574D655CFE}" type="sibTrans" cxnId="{026A89C1-E30E-4AE8-AD27-0EA9FCD4B72B}">
      <dgm:prSet/>
      <dgm:spPr/>
      <dgm:t>
        <a:bodyPr/>
        <a:lstStyle/>
        <a:p>
          <a:endParaRPr lang="en-US"/>
        </a:p>
      </dgm:t>
    </dgm:pt>
    <dgm:pt modelId="{601606FD-14A3-48BA-8A92-75EE734AB0B0}">
      <dgm:prSet/>
      <dgm:spPr/>
      <dgm:t>
        <a:bodyPr/>
        <a:lstStyle/>
        <a:p>
          <a:r>
            <a:rPr lang="en-US" dirty="0"/>
            <a:t>Release 19</a:t>
          </a:r>
        </a:p>
      </dgm:t>
    </dgm:pt>
    <dgm:pt modelId="{CA0B1BE8-E188-4C11-A9F1-B774D2C92903}" type="parTrans" cxnId="{DC13494A-31C2-427C-9E91-913FFB4DF9B5}">
      <dgm:prSet/>
      <dgm:spPr/>
      <dgm:t>
        <a:bodyPr/>
        <a:lstStyle/>
        <a:p>
          <a:endParaRPr lang="en-US"/>
        </a:p>
      </dgm:t>
    </dgm:pt>
    <dgm:pt modelId="{54CA2719-7336-4F4B-8106-18BF71750D58}" type="sibTrans" cxnId="{DC13494A-31C2-427C-9E91-913FFB4DF9B5}">
      <dgm:prSet/>
      <dgm:spPr/>
      <dgm:t>
        <a:bodyPr/>
        <a:lstStyle/>
        <a:p>
          <a:endParaRPr lang="en-US"/>
        </a:p>
      </dgm:t>
    </dgm:pt>
    <dgm:pt modelId="{6A24DEC9-DABF-4703-8435-40717E481FAC}">
      <dgm:prSet/>
      <dgm:spPr/>
      <dgm:t>
        <a:bodyPr/>
        <a:lstStyle/>
        <a:p>
          <a:r>
            <a:rPr lang="en-US" dirty="0" err="1"/>
            <a:t>Regenerativni</a:t>
          </a:r>
          <a:r>
            <a:rPr lang="en-US" dirty="0"/>
            <a:t> payload</a:t>
          </a:r>
        </a:p>
      </dgm:t>
    </dgm:pt>
    <dgm:pt modelId="{856B7D3F-BF0A-4AAA-AA00-9481F0AFAAB4}" type="parTrans" cxnId="{674654FC-234C-463E-AE70-CE004BDE384E}">
      <dgm:prSet/>
      <dgm:spPr/>
      <dgm:t>
        <a:bodyPr/>
        <a:lstStyle/>
        <a:p>
          <a:endParaRPr lang="en-US"/>
        </a:p>
      </dgm:t>
    </dgm:pt>
    <dgm:pt modelId="{167E9AFF-F7A8-438D-B475-DC9E8C2BE5FD}" type="sibTrans" cxnId="{674654FC-234C-463E-AE70-CE004BDE384E}">
      <dgm:prSet/>
      <dgm:spPr/>
      <dgm:t>
        <a:bodyPr/>
        <a:lstStyle/>
        <a:p>
          <a:endParaRPr lang="en-US"/>
        </a:p>
      </dgm:t>
    </dgm:pt>
    <dgm:pt modelId="{66A8A130-F347-41BC-80F8-F8CA71FAE1FE}" type="pres">
      <dgm:prSet presAssocID="{4530E082-BEEC-438E-A864-E6E82B111837}" presName="Name0" presStyleCnt="0">
        <dgm:presLayoutVars>
          <dgm:animLvl val="lvl"/>
          <dgm:resizeHandles val="exact"/>
        </dgm:presLayoutVars>
      </dgm:prSet>
      <dgm:spPr/>
    </dgm:pt>
    <dgm:pt modelId="{9F7B83B5-E987-449D-A0BE-AF8C38C56584}" type="pres">
      <dgm:prSet presAssocID="{C1263633-61AD-449A-9909-68B6D7C82FD8}" presName="composite" presStyleCnt="0"/>
      <dgm:spPr/>
    </dgm:pt>
    <dgm:pt modelId="{ABA7BF67-B975-4BD0-B930-095E12CFF0EA}" type="pres">
      <dgm:prSet presAssocID="{C1263633-61AD-449A-9909-68B6D7C82FD8}" presName="L" presStyleLbl="solidFgAcc1" presStyleIdx="0" presStyleCnt="4">
        <dgm:presLayoutVars>
          <dgm:chMax val="0"/>
          <dgm:chPref val="0"/>
        </dgm:presLayoutVars>
      </dgm:prSet>
      <dgm:spPr/>
    </dgm:pt>
    <dgm:pt modelId="{DC2A3C4E-A32C-4767-A68B-7156B09E0C52}" type="pres">
      <dgm:prSet presAssocID="{C1263633-61AD-449A-9909-68B6D7C82FD8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3E33AC24-DE30-4076-9423-36C41A86CE6B}" type="pres">
      <dgm:prSet presAssocID="{C1263633-61AD-449A-9909-68B6D7C82FD8}" presName="desTx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83C2B24D-6F86-4C6A-ABF8-63C70E396D4B}" type="pres">
      <dgm:prSet presAssocID="{C1263633-61AD-449A-9909-68B6D7C82FD8}" presName="EmptyPlaceHolder" presStyleCnt="0"/>
      <dgm:spPr/>
    </dgm:pt>
    <dgm:pt modelId="{DAE2DC10-F161-41BD-A722-1F45DB6E8423}" type="pres">
      <dgm:prSet presAssocID="{7DE17B4F-0A6B-461C-997C-ACC1A9E31743}" presName="space" presStyleCnt="0"/>
      <dgm:spPr/>
    </dgm:pt>
    <dgm:pt modelId="{FBF841FD-770A-4DC0-8B84-C0FEE9DA5160}" type="pres">
      <dgm:prSet presAssocID="{A934153E-6FD8-44B7-A928-C48A6C68516F}" presName="composite" presStyleCnt="0"/>
      <dgm:spPr/>
    </dgm:pt>
    <dgm:pt modelId="{926337E1-4527-47B3-BD90-884BABBEC8CA}" type="pres">
      <dgm:prSet presAssocID="{A934153E-6FD8-44B7-A928-C48A6C68516F}" presName="L" presStyleLbl="solidFgAcc1" presStyleIdx="1" presStyleCnt="4">
        <dgm:presLayoutVars>
          <dgm:chMax val="0"/>
          <dgm:chPref val="0"/>
        </dgm:presLayoutVars>
      </dgm:prSet>
      <dgm:spPr/>
    </dgm:pt>
    <dgm:pt modelId="{0C75FE65-7C81-49E8-B875-330C0C2707DB}" type="pres">
      <dgm:prSet presAssocID="{A934153E-6FD8-44B7-A928-C48A6C68516F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D860E4DE-D60C-4A38-9D9B-7E17CD92038F}" type="pres">
      <dgm:prSet presAssocID="{A934153E-6FD8-44B7-A928-C48A6C68516F}" presName="desTx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B3876AE8-EEEF-497E-93E3-F584D3C3D845}" type="pres">
      <dgm:prSet presAssocID="{A934153E-6FD8-44B7-A928-C48A6C68516F}" presName="EmptyPlaceHolder" presStyleCnt="0"/>
      <dgm:spPr/>
    </dgm:pt>
    <dgm:pt modelId="{DF77FD7A-EE94-479C-ACA0-198F1FE97138}" type="pres">
      <dgm:prSet presAssocID="{65252A63-8833-41DF-AEB9-6378E9F77427}" presName="space" presStyleCnt="0"/>
      <dgm:spPr/>
    </dgm:pt>
    <dgm:pt modelId="{125CD457-42C8-4BB9-8B07-2BC37C18B826}" type="pres">
      <dgm:prSet presAssocID="{D71D7DD9-6DC9-44B1-A7D3-DA7E7CA89362}" presName="composite" presStyleCnt="0"/>
      <dgm:spPr/>
    </dgm:pt>
    <dgm:pt modelId="{8790914E-DBDC-4425-9669-EC9F75FA93CF}" type="pres">
      <dgm:prSet presAssocID="{D71D7DD9-6DC9-44B1-A7D3-DA7E7CA89362}" presName="L" presStyleLbl="solidFgAcc1" presStyleIdx="2" presStyleCnt="4">
        <dgm:presLayoutVars>
          <dgm:chMax val="0"/>
          <dgm:chPref val="0"/>
        </dgm:presLayoutVars>
      </dgm:prSet>
      <dgm:spPr/>
    </dgm:pt>
    <dgm:pt modelId="{FADDC789-186A-4E22-A847-205A29D5ACF3}" type="pres">
      <dgm:prSet presAssocID="{D71D7DD9-6DC9-44B1-A7D3-DA7E7CA89362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6270D136-7B59-41AE-A759-63A338ADC1E8}" type="pres">
      <dgm:prSet presAssocID="{D71D7DD9-6DC9-44B1-A7D3-DA7E7CA89362}" presName="desTx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38AF18A4-C62F-4900-B399-AE17B7D2FD9B}" type="pres">
      <dgm:prSet presAssocID="{D71D7DD9-6DC9-44B1-A7D3-DA7E7CA89362}" presName="EmptyPlaceHolder" presStyleCnt="0"/>
      <dgm:spPr/>
    </dgm:pt>
    <dgm:pt modelId="{4434C24F-2A4B-46A5-ABAF-019C56EA0444}" type="pres">
      <dgm:prSet presAssocID="{0D08C70B-3234-4EDA-BE62-09191AD3599D}" presName="space" presStyleCnt="0"/>
      <dgm:spPr/>
    </dgm:pt>
    <dgm:pt modelId="{2407CA02-91DA-4F1F-8443-139D13CB402D}" type="pres">
      <dgm:prSet presAssocID="{23D08E43-6BB7-45A2-9AEF-8484D70E8B6B}" presName="composite" presStyleCnt="0"/>
      <dgm:spPr/>
    </dgm:pt>
    <dgm:pt modelId="{B2A2D055-B5BB-46A6-86BD-BC2B7C4A4F48}" type="pres">
      <dgm:prSet presAssocID="{23D08E43-6BB7-45A2-9AEF-8484D70E8B6B}" presName="L" presStyleLbl="solidFgAcc1" presStyleIdx="3" presStyleCnt="4">
        <dgm:presLayoutVars>
          <dgm:chMax val="0"/>
          <dgm:chPref val="0"/>
        </dgm:presLayoutVars>
      </dgm:prSet>
      <dgm:spPr/>
    </dgm:pt>
    <dgm:pt modelId="{83A7D86F-4A5C-40C3-9FA1-9F73F0749925}" type="pres">
      <dgm:prSet presAssocID="{23D08E43-6BB7-45A2-9AEF-8484D70E8B6B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D7AD86AA-B484-4936-9246-3207E7CAAA13}" type="pres">
      <dgm:prSet presAssocID="{23D08E43-6BB7-45A2-9AEF-8484D70E8B6B}" presName="desTx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7BAE8A98-7551-4535-BFBE-F7BED515719F}" type="pres">
      <dgm:prSet presAssocID="{23D08E43-6BB7-45A2-9AEF-8484D70E8B6B}" presName="EmptyPlaceHolder" presStyleCnt="0"/>
      <dgm:spPr/>
    </dgm:pt>
  </dgm:ptLst>
  <dgm:cxnLst>
    <dgm:cxn modelId="{40F70A04-4598-44BE-99D1-68E2214284E4}" type="presOf" srcId="{4530E082-BEEC-438E-A864-E6E82B111837}" destId="{66A8A130-F347-41BC-80F8-F8CA71FAE1FE}" srcOrd="0" destOrd="0" presId="urn:microsoft.com/office/officeart/2016/7/layout/AccentHomeChevronProcess"/>
    <dgm:cxn modelId="{E4CFAA11-1C89-4AC6-ABBD-E603CED857BA}" srcId="{D71D7DD9-6DC9-44B1-A7D3-DA7E7CA89362}" destId="{42800E7F-7764-413B-ADC4-530A5914410C}" srcOrd="0" destOrd="0" parTransId="{42489D0F-E5BE-4B2F-BAE3-599661D2AF72}" sibTransId="{D253041F-9632-44D6-A3C7-E4BBA54DC2D6}"/>
    <dgm:cxn modelId="{C50C3113-0D0A-49B5-93C2-60C1044EA729}" srcId="{4530E082-BEEC-438E-A864-E6E82B111837}" destId="{D71D7DD9-6DC9-44B1-A7D3-DA7E7CA89362}" srcOrd="2" destOrd="0" parTransId="{A5948417-44E9-48E5-8869-51B10EADDFB9}" sibTransId="{0D08C70B-3234-4EDA-BE62-09191AD3599D}"/>
    <dgm:cxn modelId="{39835F18-E244-4387-B3FF-F74D8FC27AB7}" srcId="{9A2941A5-33A2-4F6E-A4D1-6D8EB195A29A}" destId="{DF64CBC9-572F-4C0E-922C-E4EF33471643}" srcOrd="2" destOrd="0" parTransId="{287D7C2D-60E3-4EDF-ADC3-2EE6649BC156}" sibTransId="{75677E94-C0A6-4477-B43F-42DE0DB48F17}"/>
    <dgm:cxn modelId="{846B4619-A390-4EE4-AFBE-7EE449311143}" srcId="{9A2941A5-33A2-4F6E-A4D1-6D8EB195A29A}" destId="{48AF8724-A4E2-40F0-ACCF-EC621D3B9633}" srcOrd="0" destOrd="0" parTransId="{3493BFCC-0D9E-4882-8C3F-2854A17B21ED}" sibTransId="{8C011303-7447-4BFD-AB61-79ECC3ECC8A0}"/>
    <dgm:cxn modelId="{069ED93A-BC55-49D7-88E2-90BEA3CD122B}" srcId="{9A2941A5-33A2-4F6E-A4D1-6D8EB195A29A}" destId="{AE6F5749-FBB0-4F4F-AC7C-ACC8DE020342}" srcOrd="1" destOrd="0" parTransId="{81AC3B5E-EC39-472F-A351-D9F4DC1F722E}" sibTransId="{0D7C7A39-FD06-473F-9DF9-FD524970B25D}"/>
    <dgm:cxn modelId="{040ADB42-A0A3-47D6-BE24-0C601CE27212}" type="presOf" srcId="{6A24DEC9-DABF-4703-8435-40717E481FAC}" destId="{D7AD86AA-B484-4936-9246-3207E7CAAA13}" srcOrd="0" destOrd="1" presId="urn:microsoft.com/office/officeart/2016/7/layout/AccentHomeChevronProcess"/>
    <dgm:cxn modelId="{FFE53A4A-A3F1-457D-B7D8-12DC331DD330}" type="presOf" srcId="{D71D7DD9-6DC9-44B1-A7D3-DA7E7CA89362}" destId="{FADDC789-186A-4E22-A847-205A29D5ACF3}" srcOrd="0" destOrd="0" presId="urn:microsoft.com/office/officeart/2016/7/layout/AccentHomeChevronProcess"/>
    <dgm:cxn modelId="{DC13494A-31C2-427C-9E91-913FFB4DF9B5}" srcId="{23D08E43-6BB7-45A2-9AEF-8484D70E8B6B}" destId="{601606FD-14A3-48BA-8A92-75EE734AB0B0}" srcOrd="0" destOrd="0" parTransId="{CA0B1BE8-E188-4C11-A9F1-B774D2C92903}" sibTransId="{54CA2719-7336-4F4B-8106-18BF71750D58}"/>
    <dgm:cxn modelId="{E0717170-EFFA-47CF-9071-A1C7188A7363}" type="presOf" srcId="{601606FD-14A3-48BA-8A92-75EE734AB0B0}" destId="{D7AD86AA-B484-4936-9246-3207E7CAAA13}" srcOrd="0" destOrd="0" presId="urn:microsoft.com/office/officeart/2016/7/layout/AccentHomeChevronProcess"/>
    <dgm:cxn modelId="{F5F83E51-9B9A-4880-B495-B2FA63B082E8}" type="presOf" srcId="{FE9EB591-997E-46CE-86C0-F4F26FE7B8C9}" destId="{6270D136-7B59-41AE-A759-63A338ADC1E8}" srcOrd="0" destOrd="2" presId="urn:microsoft.com/office/officeart/2016/7/layout/AccentHomeChevronProcess"/>
    <dgm:cxn modelId="{16338D52-F17E-4E07-B8FB-02495FF6B7D8}" srcId="{C1263633-61AD-449A-9909-68B6D7C82FD8}" destId="{9A2941A5-33A2-4F6E-A4D1-6D8EB195A29A}" srcOrd="0" destOrd="0" parTransId="{BDE6855A-8902-4732-B08D-FEC833F8E215}" sibTransId="{DB22A6B1-988D-4B09-A4F0-24F117F7ACDB}"/>
    <dgm:cxn modelId="{F19E4D55-2D98-4336-A2A0-447C823266A4}" type="presOf" srcId="{42800E7F-7764-413B-ADC4-530A5914410C}" destId="{6270D136-7B59-41AE-A759-63A338ADC1E8}" srcOrd="0" destOrd="0" presId="urn:microsoft.com/office/officeart/2016/7/layout/AccentHomeChevronProcess"/>
    <dgm:cxn modelId="{7E8C1557-C825-423D-AA4A-0616C4E6457A}" srcId="{4530E082-BEEC-438E-A864-E6E82B111837}" destId="{A934153E-6FD8-44B7-A928-C48A6C68516F}" srcOrd="1" destOrd="0" parTransId="{02EF3C1F-B513-46B8-A99F-B8CE6B056737}" sibTransId="{65252A63-8833-41DF-AEB9-6378E9F77427}"/>
    <dgm:cxn modelId="{D8F9DF81-8910-49F5-AE5E-65A7D0E9C546}" type="presOf" srcId="{9A2941A5-33A2-4F6E-A4D1-6D8EB195A29A}" destId="{3E33AC24-DE30-4076-9423-36C41A86CE6B}" srcOrd="0" destOrd="0" presId="urn:microsoft.com/office/officeart/2016/7/layout/AccentHomeChevronProcess"/>
    <dgm:cxn modelId="{6ED7268C-57FC-4116-B529-CAE2521CDCF2}" srcId="{4530E082-BEEC-438E-A864-E6E82B111837}" destId="{C1263633-61AD-449A-9909-68B6D7C82FD8}" srcOrd="0" destOrd="0" parTransId="{501D0417-9992-44FE-90DE-32AF906A7DE1}" sibTransId="{7DE17B4F-0A6B-461C-997C-ACC1A9E31743}"/>
    <dgm:cxn modelId="{B8F9CB91-01D1-4A03-AA98-CDBA5D55BB01}" srcId="{4EEEAE66-CFF7-43B1-9DAC-D134E23D75BB}" destId="{A86CC65C-501F-4A4E-A695-5F7CFB13C607}" srcOrd="0" destOrd="0" parTransId="{CDDED575-0A2E-4496-832B-5735BB8A9810}" sibTransId="{B8BB6232-AD24-46A7-80FC-E90D669B9A85}"/>
    <dgm:cxn modelId="{B3AD2693-6102-43AC-9E90-C40CB4EDB8E3}" type="presOf" srcId="{0F14F132-E148-497B-8513-F2A5B398A948}" destId="{6270D136-7B59-41AE-A759-63A338ADC1E8}" srcOrd="0" destOrd="1" presId="urn:microsoft.com/office/officeart/2016/7/layout/AccentHomeChevronProcess"/>
    <dgm:cxn modelId="{36E221AF-B504-4174-9CBC-139600BE7C6B}" type="presOf" srcId="{A934153E-6FD8-44B7-A928-C48A6C68516F}" destId="{0C75FE65-7C81-49E8-B875-330C0C2707DB}" srcOrd="0" destOrd="0" presId="urn:microsoft.com/office/officeart/2016/7/layout/AccentHomeChevronProcess"/>
    <dgm:cxn modelId="{CA7D7EB6-C6D0-4242-8F00-FF9BE882921A}" type="presOf" srcId="{C1263633-61AD-449A-9909-68B6D7C82FD8}" destId="{DC2A3C4E-A32C-4767-A68B-7156B09E0C52}" srcOrd="0" destOrd="0" presId="urn:microsoft.com/office/officeart/2016/7/layout/AccentHomeChevronProcess"/>
    <dgm:cxn modelId="{1AB3F8BE-7F6A-4609-9062-40E1B1C5C97D}" srcId="{4EEEAE66-CFF7-43B1-9DAC-D134E23D75BB}" destId="{FA552FAD-D485-43AE-B6F7-FF2D31BD1622}" srcOrd="1" destOrd="0" parTransId="{26E4CA77-B661-415A-A63F-2CF1CB2AB655}" sibTransId="{C6226920-25BA-4CBF-B7A3-A384061F6F1E}"/>
    <dgm:cxn modelId="{56BE59C0-9794-49EE-8C2D-A14E09F01D22}" type="presOf" srcId="{FA552FAD-D485-43AE-B6F7-FF2D31BD1622}" destId="{D860E4DE-D60C-4A38-9D9B-7E17CD92038F}" srcOrd="0" destOrd="2" presId="urn:microsoft.com/office/officeart/2016/7/layout/AccentHomeChevronProcess"/>
    <dgm:cxn modelId="{026A89C1-E30E-4AE8-AD27-0EA9FCD4B72B}" srcId="{4530E082-BEEC-438E-A864-E6E82B111837}" destId="{23D08E43-6BB7-45A2-9AEF-8484D70E8B6B}" srcOrd="3" destOrd="0" parTransId="{6C9CF5A1-0D3D-4004-9A5C-4014C05856D2}" sibTransId="{46654317-EED8-49EB-B7E3-6A574D655CFE}"/>
    <dgm:cxn modelId="{7660BBC2-F83E-464A-9138-601BB0959092}" srcId="{A934153E-6FD8-44B7-A928-C48A6C68516F}" destId="{4EEEAE66-CFF7-43B1-9DAC-D134E23D75BB}" srcOrd="0" destOrd="0" parTransId="{A25B2BE9-D319-4675-8A2A-5035301C701D}" sibTransId="{66D2BF2C-45ED-4557-9CA8-BB5F5F2B6EF8}"/>
    <dgm:cxn modelId="{6C48FCC6-912A-4C20-BD1C-55FF59F0EAEE}" type="presOf" srcId="{A86CC65C-501F-4A4E-A695-5F7CFB13C607}" destId="{D860E4DE-D60C-4A38-9D9B-7E17CD92038F}" srcOrd="0" destOrd="1" presId="urn:microsoft.com/office/officeart/2016/7/layout/AccentHomeChevronProcess"/>
    <dgm:cxn modelId="{6B3485D6-8503-4772-981D-1ED963C09B02}" type="presOf" srcId="{4EEEAE66-CFF7-43B1-9DAC-D134E23D75BB}" destId="{D860E4DE-D60C-4A38-9D9B-7E17CD92038F}" srcOrd="0" destOrd="0" presId="urn:microsoft.com/office/officeart/2016/7/layout/AccentHomeChevronProcess"/>
    <dgm:cxn modelId="{6857BAE8-F74F-46C0-9255-4DD3A6478B42}" srcId="{42800E7F-7764-413B-ADC4-530A5914410C}" destId="{FE9EB591-997E-46CE-86C0-F4F26FE7B8C9}" srcOrd="1" destOrd="0" parTransId="{6BB94FF5-1789-4F79-9E38-82A89BC8C921}" sibTransId="{9B28B45D-3CE9-4959-B1D9-87B93139A671}"/>
    <dgm:cxn modelId="{793F19EF-6EED-40B1-B427-71A2882E32C2}" srcId="{42800E7F-7764-413B-ADC4-530A5914410C}" destId="{0F14F132-E148-497B-8513-F2A5B398A948}" srcOrd="0" destOrd="0" parTransId="{48BF83CF-A12C-4086-ADBC-99976AB74F0C}" sibTransId="{AFC4BB2F-EDA9-4AC1-B237-CAB57253A719}"/>
    <dgm:cxn modelId="{DE6FD1EF-5A50-406A-899B-B56E7C53A879}" type="presOf" srcId="{DF64CBC9-572F-4C0E-922C-E4EF33471643}" destId="{3E33AC24-DE30-4076-9423-36C41A86CE6B}" srcOrd="0" destOrd="3" presId="urn:microsoft.com/office/officeart/2016/7/layout/AccentHomeChevronProcess"/>
    <dgm:cxn modelId="{956FB8F4-EE26-4E55-A1FC-EE760610E428}" type="presOf" srcId="{23D08E43-6BB7-45A2-9AEF-8484D70E8B6B}" destId="{83A7D86F-4A5C-40C3-9FA1-9F73F0749925}" srcOrd="0" destOrd="0" presId="urn:microsoft.com/office/officeart/2016/7/layout/AccentHomeChevronProcess"/>
    <dgm:cxn modelId="{172FE3F6-6177-4E63-BBA1-3C27D46BE0EB}" type="presOf" srcId="{AE6F5749-FBB0-4F4F-AC7C-ACC8DE020342}" destId="{3E33AC24-DE30-4076-9423-36C41A86CE6B}" srcOrd="0" destOrd="2" presId="urn:microsoft.com/office/officeart/2016/7/layout/AccentHomeChevronProcess"/>
    <dgm:cxn modelId="{674654FC-234C-463E-AE70-CE004BDE384E}" srcId="{601606FD-14A3-48BA-8A92-75EE734AB0B0}" destId="{6A24DEC9-DABF-4703-8435-40717E481FAC}" srcOrd="0" destOrd="0" parTransId="{856B7D3F-BF0A-4AAA-AA00-9481F0AFAAB4}" sibTransId="{167E9AFF-F7A8-438D-B475-DC9E8C2BE5FD}"/>
    <dgm:cxn modelId="{0D56B8FF-3C64-41A5-A48C-07D8C6159AE7}" type="presOf" srcId="{48AF8724-A4E2-40F0-ACCF-EC621D3B9633}" destId="{3E33AC24-DE30-4076-9423-36C41A86CE6B}" srcOrd="0" destOrd="1" presId="urn:microsoft.com/office/officeart/2016/7/layout/AccentHomeChevronProcess"/>
    <dgm:cxn modelId="{98A71764-C6F9-4A41-9A61-DD1166D3496D}" type="presParOf" srcId="{66A8A130-F347-41BC-80F8-F8CA71FAE1FE}" destId="{9F7B83B5-E987-449D-A0BE-AF8C38C56584}" srcOrd="0" destOrd="0" presId="urn:microsoft.com/office/officeart/2016/7/layout/AccentHomeChevronProcess"/>
    <dgm:cxn modelId="{8F14E4FD-0F16-4077-9360-FF0D32FF4BB9}" type="presParOf" srcId="{9F7B83B5-E987-449D-A0BE-AF8C38C56584}" destId="{ABA7BF67-B975-4BD0-B930-095E12CFF0EA}" srcOrd="0" destOrd="0" presId="urn:microsoft.com/office/officeart/2016/7/layout/AccentHomeChevronProcess"/>
    <dgm:cxn modelId="{6CC755EF-55CF-43F9-8274-17100A292887}" type="presParOf" srcId="{9F7B83B5-E987-449D-A0BE-AF8C38C56584}" destId="{DC2A3C4E-A32C-4767-A68B-7156B09E0C52}" srcOrd="1" destOrd="0" presId="urn:microsoft.com/office/officeart/2016/7/layout/AccentHomeChevronProcess"/>
    <dgm:cxn modelId="{C268AA4F-972D-4C72-BF9E-64F0F328242E}" type="presParOf" srcId="{9F7B83B5-E987-449D-A0BE-AF8C38C56584}" destId="{3E33AC24-DE30-4076-9423-36C41A86CE6B}" srcOrd="2" destOrd="0" presId="urn:microsoft.com/office/officeart/2016/7/layout/AccentHomeChevronProcess"/>
    <dgm:cxn modelId="{B1FFC7B5-E33C-43B3-989C-68BC652BBA20}" type="presParOf" srcId="{9F7B83B5-E987-449D-A0BE-AF8C38C56584}" destId="{83C2B24D-6F86-4C6A-ABF8-63C70E396D4B}" srcOrd="3" destOrd="0" presId="urn:microsoft.com/office/officeart/2016/7/layout/AccentHomeChevronProcess"/>
    <dgm:cxn modelId="{380AEDE8-42CD-40B5-A977-39922FC7DF48}" type="presParOf" srcId="{66A8A130-F347-41BC-80F8-F8CA71FAE1FE}" destId="{DAE2DC10-F161-41BD-A722-1F45DB6E8423}" srcOrd="1" destOrd="0" presId="urn:microsoft.com/office/officeart/2016/7/layout/AccentHomeChevronProcess"/>
    <dgm:cxn modelId="{F645379D-21C1-468D-815E-FE8A1178B299}" type="presParOf" srcId="{66A8A130-F347-41BC-80F8-F8CA71FAE1FE}" destId="{FBF841FD-770A-4DC0-8B84-C0FEE9DA5160}" srcOrd="2" destOrd="0" presId="urn:microsoft.com/office/officeart/2016/7/layout/AccentHomeChevronProcess"/>
    <dgm:cxn modelId="{E9A5F507-B6B5-41B2-930D-F86ABFC326A7}" type="presParOf" srcId="{FBF841FD-770A-4DC0-8B84-C0FEE9DA5160}" destId="{926337E1-4527-47B3-BD90-884BABBEC8CA}" srcOrd="0" destOrd="0" presId="urn:microsoft.com/office/officeart/2016/7/layout/AccentHomeChevronProcess"/>
    <dgm:cxn modelId="{FAD5FE2E-78B8-4B8C-929E-FED9FB36F819}" type="presParOf" srcId="{FBF841FD-770A-4DC0-8B84-C0FEE9DA5160}" destId="{0C75FE65-7C81-49E8-B875-330C0C2707DB}" srcOrd="1" destOrd="0" presId="urn:microsoft.com/office/officeart/2016/7/layout/AccentHomeChevronProcess"/>
    <dgm:cxn modelId="{54E0A3F5-CCE8-4659-B4F7-03510BB63746}" type="presParOf" srcId="{FBF841FD-770A-4DC0-8B84-C0FEE9DA5160}" destId="{D860E4DE-D60C-4A38-9D9B-7E17CD92038F}" srcOrd="2" destOrd="0" presId="urn:microsoft.com/office/officeart/2016/7/layout/AccentHomeChevronProcess"/>
    <dgm:cxn modelId="{168623C7-8B90-44A1-ABD9-18BCABF6D8DE}" type="presParOf" srcId="{FBF841FD-770A-4DC0-8B84-C0FEE9DA5160}" destId="{B3876AE8-EEEF-497E-93E3-F584D3C3D845}" srcOrd="3" destOrd="0" presId="urn:microsoft.com/office/officeart/2016/7/layout/AccentHomeChevronProcess"/>
    <dgm:cxn modelId="{F3A05412-A32F-4487-82ED-C7AE582E5C27}" type="presParOf" srcId="{66A8A130-F347-41BC-80F8-F8CA71FAE1FE}" destId="{DF77FD7A-EE94-479C-ACA0-198F1FE97138}" srcOrd="3" destOrd="0" presId="urn:microsoft.com/office/officeart/2016/7/layout/AccentHomeChevronProcess"/>
    <dgm:cxn modelId="{EB9F4876-EBB4-4F0F-9D8F-12C9D83AFF2A}" type="presParOf" srcId="{66A8A130-F347-41BC-80F8-F8CA71FAE1FE}" destId="{125CD457-42C8-4BB9-8B07-2BC37C18B826}" srcOrd="4" destOrd="0" presId="urn:microsoft.com/office/officeart/2016/7/layout/AccentHomeChevronProcess"/>
    <dgm:cxn modelId="{DCEA0A9F-FEDF-43A7-A58E-B20732C5B025}" type="presParOf" srcId="{125CD457-42C8-4BB9-8B07-2BC37C18B826}" destId="{8790914E-DBDC-4425-9669-EC9F75FA93CF}" srcOrd="0" destOrd="0" presId="urn:microsoft.com/office/officeart/2016/7/layout/AccentHomeChevronProcess"/>
    <dgm:cxn modelId="{3F792BFB-27EB-4951-878B-52EEB53F3EFA}" type="presParOf" srcId="{125CD457-42C8-4BB9-8B07-2BC37C18B826}" destId="{FADDC789-186A-4E22-A847-205A29D5ACF3}" srcOrd="1" destOrd="0" presId="urn:microsoft.com/office/officeart/2016/7/layout/AccentHomeChevronProcess"/>
    <dgm:cxn modelId="{D0378B62-9B2C-4789-974D-92E581E2DACE}" type="presParOf" srcId="{125CD457-42C8-4BB9-8B07-2BC37C18B826}" destId="{6270D136-7B59-41AE-A759-63A338ADC1E8}" srcOrd="2" destOrd="0" presId="urn:microsoft.com/office/officeart/2016/7/layout/AccentHomeChevronProcess"/>
    <dgm:cxn modelId="{657E2CA6-801D-449D-A2BC-3DCA441ECF47}" type="presParOf" srcId="{125CD457-42C8-4BB9-8B07-2BC37C18B826}" destId="{38AF18A4-C62F-4900-B399-AE17B7D2FD9B}" srcOrd="3" destOrd="0" presId="urn:microsoft.com/office/officeart/2016/7/layout/AccentHomeChevronProcess"/>
    <dgm:cxn modelId="{1FE79028-9E1C-428F-A8E2-FB3E3F415524}" type="presParOf" srcId="{66A8A130-F347-41BC-80F8-F8CA71FAE1FE}" destId="{4434C24F-2A4B-46A5-ABAF-019C56EA0444}" srcOrd="5" destOrd="0" presId="urn:microsoft.com/office/officeart/2016/7/layout/AccentHomeChevronProcess"/>
    <dgm:cxn modelId="{8348FEAC-02F1-48F4-96F9-A110359B9ABD}" type="presParOf" srcId="{66A8A130-F347-41BC-80F8-F8CA71FAE1FE}" destId="{2407CA02-91DA-4F1F-8443-139D13CB402D}" srcOrd="6" destOrd="0" presId="urn:microsoft.com/office/officeart/2016/7/layout/AccentHomeChevronProcess"/>
    <dgm:cxn modelId="{C51BE115-A619-47DF-8202-21EFBD12984C}" type="presParOf" srcId="{2407CA02-91DA-4F1F-8443-139D13CB402D}" destId="{B2A2D055-B5BB-46A6-86BD-BC2B7C4A4F48}" srcOrd="0" destOrd="0" presId="urn:microsoft.com/office/officeart/2016/7/layout/AccentHomeChevronProcess"/>
    <dgm:cxn modelId="{B06B27B2-FC2B-408F-A401-E388ADFDD450}" type="presParOf" srcId="{2407CA02-91DA-4F1F-8443-139D13CB402D}" destId="{83A7D86F-4A5C-40C3-9FA1-9F73F0749925}" srcOrd="1" destOrd="0" presId="urn:microsoft.com/office/officeart/2016/7/layout/AccentHomeChevronProcess"/>
    <dgm:cxn modelId="{45DB40A5-1462-4275-B1C8-554EE36D612D}" type="presParOf" srcId="{2407CA02-91DA-4F1F-8443-139D13CB402D}" destId="{D7AD86AA-B484-4936-9246-3207E7CAAA13}" srcOrd="2" destOrd="0" presId="urn:microsoft.com/office/officeart/2016/7/layout/AccentHomeChevronProcess"/>
    <dgm:cxn modelId="{6198B408-B7F2-4215-B994-656695C71C7A}" type="presParOf" srcId="{2407CA02-91DA-4F1F-8443-139D13CB402D}" destId="{7BAE8A98-7551-4535-BFBE-F7BED515719F}" srcOrd="3" destOrd="0" presId="urn:microsoft.com/office/officeart/2016/7/layout/AccentHomeChevron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9FFC94-9381-487A-AA0C-5B3444D2F02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27BFD62-FE1D-4BDE-9CFD-3E261A03E52B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pPr algn="ctr"/>
          <a:r>
            <a:rPr lang="sr-Latn-RS" b="0" cap="none" spc="0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Ograničena geografska pokrivenost </a:t>
          </a:r>
        </a:p>
      </dgm:t>
    </dgm:pt>
    <dgm:pt modelId="{132F4B7C-2FB7-49D0-A0DB-AE68F26512F2}" type="parTrans" cxnId="{2C50FE7E-35FA-414B-AFC5-BB7E3ED99B71}">
      <dgm:prSet/>
      <dgm:spPr/>
      <dgm:t>
        <a:bodyPr/>
        <a:lstStyle/>
        <a:p>
          <a:endParaRPr lang="en-US"/>
        </a:p>
      </dgm:t>
    </dgm:pt>
    <dgm:pt modelId="{8CBB63E7-AB29-4DC4-9E37-9C2682635C7A}" type="sibTrans" cxnId="{2C50FE7E-35FA-414B-AFC5-BB7E3ED99B71}">
      <dgm:prSet/>
      <dgm:spPr/>
      <dgm:t>
        <a:bodyPr/>
        <a:lstStyle/>
        <a:p>
          <a:endParaRPr lang="en-US"/>
        </a:p>
      </dgm:t>
    </dgm:pt>
    <dgm:pt modelId="{15DF4D40-EDC7-4E4C-B60C-04C73BBEA13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sr-Latn-RS" noProof="0" dirty="0"/>
            <a:t>Ekonomska neisplativost razvoja terestrijalne infrastrukture u udaljenim i slabo razvijenim regijama</a:t>
          </a:r>
        </a:p>
      </dgm:t>
    </dgm:pt>
    <dgm:pt modelId="{C3085976-FBFA-4550-AB02-BC5E8C154F77}" type="parTrans" cxnId="{ABA7B5AD-3B02-48E3-BF6A-3A5A83C0E017}">
      <dgm:prSet/>
      <dgm:spPr/>
      <dgm:t>
        <a:bodyPr/>
        <a:lstStyle/>
        <a:p>
          <a:endParaRPr lang="en-US"/>
        </a:p>
      </dgm:t>
    </dgm:pt>
    <dgm:pt modelId="{B2961A9D-B5E1-480C-BA01-73EA9CCC8F84}" type="sibTrans" cxnId="{ABA7B5AD-3B02-48E3-BF6A-3A5A83C0E017}">
      <dgm:prSet/>
      <dgm:spPr/>
      <dgm:t>
        <a:bodyPr/>
        <a:lstStyle/>
        <a:p>
          <a:endParaRPr lang="en-US"/>
        </a:p>
      </dgm:t>
    </dgm:pt>
    <dgm:pt modelId="{2525728A-C373-43A0-B529-BB29354AF598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pPr algn="ctr"/>
          <a:r>
            <a:rPr lang="sr-Latn-RS" b="0" cap="none" spc="0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Osetljivost na prirodne katastrofe </a:t>
          </a:r>
        </a:p>
      </dgm:t>
    </dgm:pt>
    <dgm:pt modelId="{8F310BEF-6AAB-44F0-BF3D-860EAC2B349A}" type="parTrans" cxnId="{927934E3-50A0-4E35-8437-4596D58F312E}">
      <dgm:prSet/>
      <dgm:spPr/>
      <dgm:t>
        <a:bodyPr/>
        <a:lstStyle/>
        <a:p>
          <a:endParaRPr lang="en-US"/>
        </a:p>
      </dgm:t>
    </dgm:pt>
    <dgm:pt modelId="{9014623D-6637-4825-83DF-707F7D44F8D2}" type="sibTrans" cxnId="{927934E3-50A0-4E35-8437-4596D58F312E}">
      <dgm:prSet/>
      <dgm:spPr/>
      <dgm:t>
        <a:bodyPr/>
        <a:lstStyle/>
        <a:p>
          <a:endParaRPr lang="en-US"/>
        </a:p>
      </dgm:t>
    </dgm:pt>
    <dgm:pt modelId="{01BC5932-4146-4B58-BB15-09F8D56F1BFC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pPr algn="ctr"/>
          <a:r>
            <a:rPr lang="sr-Latn-RS" b="0" cap="none" spc="0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Rastući zahtevi heterogenih servisa i veliki broj korisnika</a:t>
          </a:r>
        </a:p>
      </dgm:t>
    </dgm:pt>
    <dgm:pt modelId="{21CFA623-2A44-4804-8D30-7BB10C6D0E0A}" type="parTrans" cxnId="{4C23BC78-BC46-454C-A200-3FA6E1ACBF08}">
      <dgm:prSet/>
      <dgm:spPr/>
      <dgm:t>
        <a:bodyPr/>
        <a:lstStyle/>
        <a:p>
          <a:endParaRPr lang="en-US"/>
        </a:p>
      </dgm:t>
    </dgm:pt>
    <dgm:pt modelId="{E36566E8-A66F-4666-8C18-DFCC6634A538}" type="sibTrans" cxnId="{4C23BC78-BC46-454C-A200-3FA6E1ACBF08}">
      <dgm:prSet/>
      <dgm:spPr/>
      <dgm:t>
        <a:bodyPr/>
        <a:lstStyle/>
        <a:p>
          <a:endParaRPr lang="en-US"/>
        </a:p>
      </dgm:t>
    </dgm:pt>
    <dgm:pt modelId="{D85066E0-FEFA-4C5B-AA14-06044687CCB6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sr-Latn-RS" noProof="0" dirty="0"/>
            <a:t>Fizička oštećenja optičkih kablova i baznih stanica dovode do prekida komunikacije</a:t>
          </a:r>
        </a:p>
      </dgm:t>
    </dgm:pt>
    <dgm:pt modelId="{8AE6768E-4EE4-45C5-B9A4-48DC9298D18E}" type="parTrans" cxnId="{393C5D59-B373-44B5-B7CF-8BD31A037117}">
      <dgm:prSet/>
      <dgm:spPr/>
      <dgm:t>
        <a:bodyPr/>
        <a:lstStyle/>
        <a:p>
          <a:endParaRPr lang="en-GB"/>
        </a:p>
      </dgm:t>
    </dgm:pt>
    <dgm:pt modelId="{FA33DC8D-6816-4A15-BF43-95FACDD3197C}" type="sibTrans" cxnId="{393C5D59-B373-44B5-B7CF-8BD31A037117}">
      <dgm:prSet/>
      <dgm:spPr/>
      <dgm:t>
        <a:bodyPr/>
        <a:lstStyle/>
        <a:p>
          <a:endParaRPr lang="en-GB"/>
        </a:p>
      </dgm:t>
    </dgm:pt>
    <dgm:pt modelId="{61609D0E-3701-4FE2-9CDC-EFA98E223A3C}">
      <dgm:prSet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pPr algn="ctr"/>
          <a:r>
            <a:rPr lang="sr-Latn-RS" b="0" cap="none" spc="0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Ograničen kapacitet u urbanim sredinama</a:t>
          </a:r>
        </a:p>
      </dgm:t>
    </dgm:pt>
    <dgm:pt modelId="{0F63B42C-437C-4518-8424-926A6733668C}" type="parTrans" cxnId="{B2B38197-127E-4D93-9B31-686451D34A0B}">
      <dgm:prSet/>
      <dgm:spPr/>
      <dgm:t>
        <a:bodyPr/>
        <a:lstStyle/>
        <a:p>
          <a:endParaRPr lang="en-GB"/>
        </a:p>
      </dgm:t>
    </dgm:pt>
    <dgm:pt modelId="{DFA6EF91-2417-47AE-B4DD-915F037ADAF9}" type="sibTrans" cxnId="{B2B38197-127E-4D93-9B31-686451D34A0B}">
      <dgm:prSet/>
      <dgm:spPr/>
      <dgm:t>
        <a:bodyPr/>
        <a:lstStyle/>
        <a:p>
          <a:endParaRPr lang="en-GB"/>
        </a:p>
      </dgm:t>
    </dgm:pt>
    <dgm:pt modelId="{CBCFDCCE-3DD5-440A-9E02-DE469868892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sr-Latn-RS" noProof="0" dirty="0"/>
            <a:t> Zagušenja mreže usled velikog broja korisnika</a:t>
          </a:r>
        </a:p>
      </dgm:t>
    </dgm:pt>
    <dgm:pt modelId="{8B364341-F745-4B77-A63E-628C5A954F6D}" type="parTrans" cxnId="{43362DDF-AFC8-45CC-9F19-378D2C33BE10}">
      <dgm:prSet/>
      <dgm:spPr/>
      <dgm:t>
        <a:bodyPr/>
        <a:lstStyle/>
        <a:p>
          <a:endParaRPr lang="en-GB"/>
        </a:p>
      </dgm:t>
    </dgm:pt>
    <dgm:pt modelId="{A3B82BFE-8F07-4167-9D24-BE9F0CE52088}" type="sibTrans" cxnId="{43362DDF-AFC8-45CC-9F19-378D2C33BE10}">
      <dgm:prSet/>
      <dgm:spPr/>
      <dgm:t>
        <a:bodyPr/>
        <a:lstStyle/>
        <a:p>
          <a:endParaRPr lang="en-GB"/>
        </a:p>
      </dgm:t>
    </dgm:pt>
    <dgm:pt modelId="{F849DEAE-E455-4244-8652-B2F899B77E9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sr-Latn-RS" noProof="0" dirty="0"/>
            <a:t>Interferencija između ćelija. </a:t>
          </a:r>
        </a:p>
      </dgm:t>
    </dgm:pt>
    <dgm:pt modelId="{69CA47A8-7E4D-4AC7-84D7-79241DC425DF}" type="parTrans" cxnId="{F6031D85-9FF7-4C25-9A3D-0EF6DF2DE08D}">
      <dgm:prSet/>
      <dgm:spPr/>
      <dgm:t>
        <a:bodyPr/>
        <a:lstStyle/>
        <a:p>
          <a:endParaRPr lang="en-GB"/>
        </a:p>
      </dgm:t>
    </dgm:pt>
    <dgm:pt modelId="{ADD0F804-499B-4C6F-A6AB-60BCB56A2DEB}" type="sibTrans" cxnId="{F6031D85-9FF7-4C25-9A3D-0EF6DF2DE08D}">
      <dgm:prSet/>
      <dgm:spPr/>
      <dgm:t>
        <a:bodyPr/>
        <a:lstStyle/>
        <a:p>
          <a:endParaRPr lang="en-GB"/>
        </a:p>
      </dgm:t>
    </dgm:pt>
    <dgm:pt modelId="{DB82309B-3735-4666-8459-F736F68B8C34}" type="pres">
      <dgm:prSet presAssocID="{9E9FFC94-9381-487A-AA0C-5B3444D2F024}" presName="linear" presStyleCnt="0">
        <dgm:presLayoutVars>
          <dgm:dir/>
          <dgm:animLvl val="lvl"/>
          <dgm:resizeHandles val="exact"/>
        </dgm:presLayoutVars>
      </dgm:prSet>
      <dgm:spPr/>
    </dgm:pt>
    <dgm:pt modelId="{13672B42-868D-4141-99DC-ED468D63B517}" type="pres">
      <dgm:prSet presAssocID="{327BFD62-FE1D-4BDE-9CFD-3E261A03E52B}" presName="parentLin" presStyleCnt="0"/>
      <dgm:spPr/>
    </dgm:pt>
    <dgm:pt modelId="{E6B4DFF2-38F3-4725-BB9B-0B51B06AF452}" type="pres">
      <dgm:prSet presAssocID="{327BFD62-FE1D-4BDE-9CFD-3E261A03E52B}" presName="parentLeftMargin" presStyleLbl="node1" presStyleIdx="0" presStyleCnt="4"/>
      <dgm:spPr/>
    </dgm:pt>
    <dgm:pt modelId="{83AD9DA6-6F14-4C19-9B69-F838F1483552}" type="pres">
      <dgm:prSet presAssocID="{327BFD62-FE1D-4BDE-9CFD-3E261A03E52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497550E-51D2-440D-9664-0785CDA2BB4F}" type="pres">
      <dgm:prSet presAssocID="{327BFD62-FE1D-4BDE-9CFD-3E261A03E52B}" presName="negativeSpace" presStyleCnt="0"/>
      <dgm:spPr/>
    </dgm:pt>
    <dgm:pt modelId="{C0775360-8CBD-4AF2-A5CC-A87DB3C0345C}" type="pres">
      <dgm:prSet presAssocID="{327BFD62-FE1D-4BDE-9CFD-3E261A03E52B}" presName="childText" presStyleLbl="conFgAcc1" presStyleIdx="0" presStyleCnt="4">
        <dgm:presLayoutVars>
          <dgm:bulletEnabled val="1"/>
        </dgm:presLayoutVars>
      </dgm:prSet>
      <dgm:spPr/>
    </dgm:pt>
    <dgm:pt modelId="{3670A4E7-66F6-483B-97CB-FF7C4DA35D43}" type="pres">
      <dgm:prSet presAssocID="{8CBB63E7-AB29-4DC4-9E37-9C2682635C7A}" presName="spaceBetweenRectangles" presStyleCnt="0"/>
      <dgm:spPr/>
    </dgm:pt>
    <dgm:pt modelId="{489372E7-BAC3-40FC-BE0D-F3C626235AC2}" type="pres">
      <dgm:prSet presAssocID="{61609D0E-3701-4FE2-9CDC-EFA98E223A3C}" presName="parentLin" presStyleCnt="0"/>
      <dgm:spPr/>
    </dgm:pt>
    <dgm:pt modelId="{C837A204-81C6-4E44-B752-0AABDC6B1650}" type="pres">
      <dgm:prSet presAssocID="{61609D0E-3701-4FE2-9CDC-EFA98E223A3C}" presName="parentLeftMargin" presStyleLbl="node1" presStyleIdx="0" presStyleCnt="4"/>
      <dgm:spPr/>
    </dgm:pt>
    <dgm:pt modelId="{2AA5E1D1-B472-469C-B420-5330177B7391}" type="pres">
      <dgm:prSet presAssocID="{61609D0E-3701-4FE2-9CDC-EFA98E223A3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5CF33D3-B8D8-4AED-AB5B-05AE6A565DEE}" type="pres">
      <dgm:prSet presAssocID="{61609D0E-3701-4FE2-9CDC-EFA98E223A3C}" presName="negativeSpace" presStyleCnt="0"/>
      <dgm:spPr/>
    </dgm:pt>
    <dgm:pt modelId="{DB90062B-6302-40D2-8A1A-C8DFFD4B8AAF}" type="pres">
      <dgm:prSet presAssocID="{61609D0E-3701-4FE2-9CDC-EFA98E223A3C}" presName="childText" presStyleLbl="conFgAcc1" presStyleIdx="1" presStyleCnt="4">
        <dgm:presLayoutVars>
          <dgm:bulletEnabled val="1"/>
        </dgm:presLayoutVars>
      </dgm:prSet>
      <dgm:spPr/>
    </dgm:pt>
    <dgm:pt modelId="{FFC96FA8-9F4E-4EE0-92F0-AB4C9FF64319}" type="pres">
      <dgm:prSet presAssocID="{DFA6EF91-2417-47AE-B4DD-915F037ADAF9}" presName="spaceBetweenRectangles" presStyleCnt="0"/>
      <dgm:spPr/>
    </dgm:pt>
    <dgm:pt modelId="{77FEE2CE-F447-42CF-97D0-BAAD342293A8}" type="pres">
      <dgm:prSet presAssocID="{2525728A-C373-43A0-B529-BB29354AF598}" presName="parentLin" presStyleCnt="0"/>
      <dgm:spPr/>
    </dgm:pt>
    <dgm:pt modelId="{BF75455A-4AB2-46EF-9FD5-521D55B06675}" type="pres">
      <dgm:prSet presAssocID="{2525728A-C373-43A0-B529-BB29354AF598}" presName="parentLeftMargin" presStyleLbl="node1" presStyleIdx="1" presStyleCnt="4"/>
      <dgm:spPr/>
    </dgm:pt>
    <dgm:pt modelId="{DACF22E0-230B-40FF-B33F-D07881A43C21}" type="pres">
      <dgm:prSet presAssocID="{2525728A-C373-43A0-B529-BB29354AF59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C0D78BE-161D-4031-BD7C-7C3421384728}" type="pres">
      <dgm:prSet presAssocID="{2525728A-C373-43A0-B529-BB29354AF598}" presName="negativeSpace" presStyleCnt="0"/>
      <dgm:spPr/>
    </dgm:pt>
    <dgm:pt modelId="{1091E65A-7D47-4580-BD66-9421A78F4022}" type="pres">
      <dgm:prSet presAssocID="{2525728A-C373-43A0-B529-BB29354AF598}" presName="childText" presStyleLbl="conFgAcc1" presStyleIdx="2" presStyleCnt="4">
        <dgm:presLayoutVars>
          <dgm:bulletEnabled val="1"/>
        </dgm:presLayoutVars>
      </dgm:prSet>
      <dgm:spPr/>
    </dgm:pt>
    <dgm:pt modelId="{C8A8D568-E68B-482C-9338-E3FF1A84DE38}" type="pres">
      <dgm:prSet presAssocID="{9014623D-6637-4825-83DF-707F7D44F8D2}" presName="spaceBetweenRectangles" presStyleCnt="0"/>
      <dgm:spPr/>
    </dgm:pt>
    <dgm:pt modelId="{995F329F-2D59-4841-B36D-B48CEABAD003}" type="pres">
      <dgm:prSet presAssocID="{01BC5932-4146-4B58-BB15-09F8D56F1BFC}" presName="parentLin" presStyleCnt="0"/>
      <dgm:spPr/>
    </dgm:pt>
    <dgm:pt modelId="{5E3FDE72-542F-42FA-A013-0C520AC7EF81}" type="pres">
      <dgm:prSet presAssocID="{01BC5932-4146-4B58-BB15-09F8D56F1BFC}" presName="parentLeftMargin" presStyleLbl="node1" presStyleIdx="2" presStyleCnt="4"/>
      <dgm:spPr/>
    </dgm:pt>
    <dgm:pt modelId="{115CB200-C269-4B34-B484-475A327A28A9}" type="pres">
      <dgm:prSet presAssocID="{01BC5932-4146-4B58-BB15-09F8D56F1BFC}" presName="parentText" presStyleLbl="node1" presStyleIdx="3" presStyleCnt="4" custLinFactNeighborX="-3244" custLinFactNeighborY="-6387">
        <dgm:presLayoutVars>
          <dgm:chMax val="0"/>
          <dgm:bulletEnabled val="1"/>
        </dgm:presLayoutVars>
      </dgm:prSet>
      <dgm:spPr/>
    </dgm:pt>
    <dgm:pt modelId="{A7CC61ED-0A33-4088-B998-5DB77599E6DD}" type="pres">
      <dgm:prSet presAssocID="{01BC5932-4146-4B58-BB15-09F8D56F1BFC}" presName="negativeSpace" presStyleCnt="0"/>
      <dgm:spPr/>
    </dgm:pt>
    <dgm:pt modelId="{AFA5FB0B-8B2D-4D64-ADA7-3481DC84E6EE}" type="pres">
      <dgm:prSet presAssocID="{01BC5932-4146-4B58-BB15-09F8D56F1BFC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A832B0D-4033-404E-A967-6E5AB6024486}" type="presOf" srcId="{01BC5932-4146-4B58-BB15-09F8D56F1BFC}" destId="{5E3FDE72-542F-42FA-A013-0C520AC7EF81}" srcOrd="0" destOrd="0" presId="urn:microsoft.com/office/officeart/2005/8/layout/list1"/>
    <dgm:cxn modelId="{F329CA27-3256-45C5-AE89-40F0F9ACF3CD}" type="presOf" srcId="{61609D0E-3701-4FE2-9CDC-EFA98E223A3C}" destId="{2AA5E1D1-B472-469C-B420-5330177B7391}" srcOrd="1" destOrd="0" presId="urn:microsoft.com/office/officeart/2005/8/layout/list1"/>
    <dgm:cxn modelId="{96FC985D-3F13-47E7-AABF-535B4CE983EB}" type="presOf" srcId="{61609D0E-3701-4FE2-9CDC-EFA98E223A3C}" destId="{C837A204-81C6-4E44-B752-0AABDC6B1650}" srcOrd="0" destOrd="0" presId="urn:microsoft.com/office/officeart/2005/8/layout/list1"/>
    <dgm:cxn modelId="{7061ED4D-AD75-4CF6-98E2-AE60CD71729D}" type="presOf" srcId="{01BC5932-4146-4B58-BB15-09F8D56F1BFC}" destId="{115CB200-C269-4B34-B484-475A327A28A9}" srcOrd="1" destOrd="0" presId="urn:microsoft.com/office/officeart/2005/8/layout/list1"/>
    <dgm:cxn modelId="{4C23BC78-BC46-454C-A200-3FA6E1ACBF08}" srcId="{9E9FFC94-9381-487A-AA0C-5B3444D2F024}" destId="{01BC5932-4146-4B58-BB15-09F8D56F1BFC}" srcOrd="3" destOrd="0" parTransId="{21CFA623-2A44-4804-8D30-7BB10C6D0E0A}" sibTransId="{E36566E8-A66F-4666-8C18-DFCC6634A538}"/>
    <dgm:cxn modelId="{393C5D59-B373-44B5-B7CF-8BD31A037117}" srcId="{2525728A-C373-43A0-B529-BB29354AF598}" destId="{D85066E0-FEFA-4C5B-AA14-06044687CCB6}" srcOrd="0" destOrd="0" parTransId="{8AE6768E-4EE4-45C5-B9A4-48DC9298D18E}" sibTransId="{FA33DC8D-6816-4A15-BF43-95FACDD3197C}"/>
    <dgm:cxn modelId="{2C50FE7E-35FA-414B-AFC5-BB7E3ED99B71}" srcId="{9E9FFC94-9381-487A-AA0C-5B3444D2F024}" destId="{327BFD62-FE1D-4BDE-9CFD-3E261A03E52B}" srcOrd="0" destOrd="0" parTransId="{132F4B7C-2FB7-49D0-A0DB-AE68F26512F2}" sibTransId="{8CBB63E7-AB29-4DC4-9E37-9C2682635C7A}"/>
    <dgm:cxn modelId="{085BE17F-7486-4312-AA70-AC7F4EE2E0E7}" type="presOf" srcId="{2525728A-C373-43A0-B529-BB29354AF598}" destId="{DACF22E0-230B-40FF-B33F-D07881A43C21}" srcOrd="1" destOrd="0" presId="urn:microsoft.com/office/officeart/2005/8/layout/list1"/>
    <dgm:cxn modelId="{F6031D85-9FF7-4C25-9A3D-0EF6DF2DE08D}" srcId="{61609D0E-3701-4FE2-9CDC-EFA98E223A3C}" destId="{F849DEAE-E455-4244-8652-B2F899B77E93}" srcOrd="1" destOrd="0" parTransId="{69CA47A8-7E4D-4AC7-84D7-79241DC425DF}" sibTransId="{ADD0F804-499B-4C6F-A6AB-60BCB56A2DEB}"/>
    <dgm:cxn modelId="{BD09B885-F171-419B-B7D8-CB4450735AB8}" type="presOf" srcId="{CBCFDCCE-3DD5-440A-9E02-DE4698688929}" destId="{DB90062B-6302-40D2-8A1A-C8DFFD4B8AAF}" srcOrd="0" destOrd="0" presId="urn:microsoft.com/office/officeart/2005/8/layout/list1"/>
    <dgm:cxn modelId="{3FD42C86-F4E3-4DEE-999A-E7EB1EC70452}" type="presOf" srcId="{327BFD62-FE1D-4BDE-9CFD-3E261A03E52B}" destId="{83AD9DA6-6F14-4C19-9B69-F838F1483552}" srcOrd="1" destOrd="0" presId="urn:microsoft.com/office/officeart/2005/8/layout/list1"/>
    <dgm:cxn modelId="{C0AC928D-3E32-4DC8-AA70-9F870909AA04}" type="presOf" srcId="{15DF4D40-EDC7-4E4C-B60C-04C73BBEA133}" destId="{C0775360-8CBD-4AF2-A5CC-A87DB3C0345C}" srcOrd="0" destOrd="0" presId="urn:microsoft.com/office/officeart/2005/8/layout/list1"/>
    <dgm:cxn modelId="{5E1B3696-88AE-4544-BC3E-28AEBADEED80}" type="presOf" srcId="{2525728A-C373-43A0-B529-BB29354AF598}" destId="{BF75455A-4AB2-46EF-9FD5-521D55B06675}" srcOrd="0" destOrd="0" presId="urn:microsoft.com/office/officeart/2005/8/layout/list1"/>
    <dgm:cxn modelId="{B2B38197-127E-4D93-9B31-686451D34A0B}" srcId="{9E9FFC94-9381-487A-AA0C-5B3444D2F024}" destId="{61609D0E-3701-4FE2-9CDC-EFA98E223A3C}" srcOrd="1" destOrd="0" parTransId="{0F63B42C-437C-4518-8424-926A6733668C}" sibTransId="{DFA6EF91-2417-47AE-B4DD-915F037ADAF9}"/>
    <dgm:cxn modelId="{017527A7-68CE-4BF8-946C-C9D52F162EFC}" type="presOf" srcId="{D85066E0-FEFA-4C5B-AA14-06044687CCB6}" destId="{1091E65A-7D47-4580-BD66-9421A78F4022}" srcOrd="0" destOrd="0" presId="urn:microsoft.com/office/officeart/2005/8/layout/list1"/>
    <dgm:cxn modelId="{F4452FAC-1368-4704-8629-BB8003729AF1}" type="presOf" srcId="{327BFD62-FE1D-4BDE-9CFD-3E261A03E52B}" destId="{E6B4DFF2-38F3-4725-BB9B-0B51B06AF452}" srcOrd="0" destOrd="0" presId="urn:microsoft.com/office/officeart/2005/8/layout/list1"/>
    <dgm:cxn modelId="{ABA7B5AD-3B02-48E3-BF6A-3A5A83C0E017}" srcId="{327BFD62-FE1D-4BDE-9CFD-3E261A03E52B}" destId="{15DF4D40-EDC7-4E4C-B60C-04C73BBEA133}" srcOrd="0" destOrd="0" parTransId="{C3085976-FBFA-4550-AB02-BC5E8C154F77}" sibTransId="{B2961A9D-B5E1-480C-BA01-73EA9CCC8F84}"/>
    <dgm:cxn modelId="{5FBD26B1-AC58-4735-80A7-FD42CBC83367}" type="presOf" srcId="{F849DEAE-E455-4244-8652-B2F899B77E93}" destId="{DB90062B-6302-40D2-8A1A-C8DFFD4B8AAF}" srcOrd="0" destOrd="1" presId="urn:microsoft.com/office/officeart/2005/8/layout/list1"/>
    <dgm:cxn modelId="{43362DDF-AFC8-45CC-9F19-378D2C33BE10}" srcId="{61609D0E-3701-4FE2-9CDC-EFA98E223A3C}" destId="{CBCFDCCE-3DD5-440A-9E02-DE4698688929}" srcOrd="0" destOrd="0" parTransId="{8B364341-F745-4B77-A63E-628C5A954F6D}" sibTransId="{A3B82BFE-8F07-4167-9D24-BE9F0CE52088}"/>
    <dgm:cxn modelId="{927934E3-50A0-4E35-8437-4596D58F312E}" srcId="{9E9FFC94-9381-487A-AA0C-5B3444D2F024}" destId="{2525728A-C373-43A0-B529-BB29354AF598}" srcOrd="2" destOrd="0" parTransId="{8F310BEF-6AAB-44F0-BF3D-860EAC2B349A}" sibTransId="{9014623D-6637-4825-83DF-707F7D44F8D2}"/>
    <dgm:cxn modelId="{50DBFFE9-0214-41D8-B948-C0712172C1AC}" type="presOf" srcId="{9E9FFC94-9381-487A-AA0C-5B3444D2F024}" destId="{DB82309B-3735-4666-8459-F736F68B8C34}" srcOrd="0" destOrd="0" presId="urn:microsoft.com/office/officeart/2005/8/layout/list1"/>
    <dgm:cxn modelId="{6CE59D85-4A2E-4DBB-A6AC-65355104A089}" type="presParOf" srcId="{DB82309B-3735-4666-8459-F736F68B8C34}" destId="{13672B42-868D-4141-99DC-ED468D63B517}" srcOrd="0" destOrd="0" presId="urn:microsoft.com/office/officeart/2005/8/layout/list1"/>
    <dgm:cxn modelId="{733B63EE-7D7B-4852-A20D-8D0F02B46031}" type="presParOf" srcId="{13672B42-868D-4141-99DC-ED468D63B517}" destId="{E6B4DFF2-38F3-4725-BB9B-0B51B06AF452}" srcOrd="0" destOrd="0" presId="urn:microsoft.com/office/officeart/2005/8/layout/list1"/>
    <dgm:cxn modelId="{5116EC85-A237-44F3-A1D4-59301A100ADA}" type="presParOf" srcId="{13672B42-868D-4141-99DC-ED468D63B517}" destId="{83AD9DA6-6F14-4C19-9B69-F838F1483552}" srcOrd="1" destOrd="0" presId="urn:microsoft.com/office/officeart/2005/8/layout/list1"/>
    <dgm:cxn modelId="{054D880E-64DD-4AF3-A4AB-720412488D9C}" type="presParOf" srcId="{DB82309B-3735-4666-8459-F736F68B8C34}" destId="{B497550E-51D2-440D-9664-0785CDA2BB4F}" srcOrd="1" destOrd="0" presId="urn:microsoft.com/office/officeart/2005/8/layout/list1"/>
    <dgm:cxn modelId="{CD8B393F-13A1-4A66-8ED2-0A40D3FCB7BA}" type="presParOf" srcId="{DB82309B-3735-4666-8459-F736F68B8C34}" destId="{C0775360-8CBD-4AF2-A5CC-A87DB3C0345C}" srcOrd="2" destOrd="0" presId="urn:microsoft.com/office/officeart/2005/8/layout/list1"/>
    <dgm:cxn modelId="{3AC745BF-7D36-49AE-8F73-E3E45BAA5753}" type="presParOf" srcId="{DB82309B-3735-4666-8459-F736F68B8C34}" destId="{3670A4E7-66F6-483B-97CB-FF7C4DA35D43}" srcOrd="3" destOrd="0" presId="urn:microsoft.com/office/officeart/2005/8/layout/list1"/>
    <dgm:cxn modelId="{F640AFDA-0377-49D4-AA46-36D8257DD790}" type="presParOf" srcId="{DB82309B-3735-4666-8459-F736F68B8C34}" destId="{489372E7-BAC3-40FC-BE0D-F3C626235AC2}" srcOrd="4" destOrd="0" presId="urn:microsoft.com/office/officeart/2005/8/layout/list1"/>
    <dgm:cxn modelId="{EEEC28A7-5D2C-4AC4-8F09-6F48B4BDCCFE}" type="presParOf" srcId="{489372E7-BAC3-40FC-BE0D-F3C626235AC2}" destId="{C837A204-81C6-4E44-B752-0AABDC6B1650}" srcOrd="0" destOrd="0" presId="urn:microsoft.com/office/officeart/2005/8/layout/list1"/>
    <dgm:cxn modelId="{53691E62-ECF3-42F8-B724-4046D8F8461F}" type="presParOf" srcId="{489372E7-BAC3-40FC-BE0D-F3C626235AC2}" destId="{2AA5E1D1-B472-469C-B420-5330177B7391}" srcOrd="1" destOrd="0" presId="urn:microsoft.com/office/officeart/2005/8/layout/list1"/>
    <dgm:cxn modelId="{1C3DDD0E-BEF9-440E-9832-547BAF17DE65}" type="presParOf" srcId="{DB82309B-3735-4666-8459-F736F68B8C34}" destId="{C5CF33D3-B8D8-4AED-AB5B-05AE6A565DEE}" srcOrd="5" destOrd="0" presId="urn:microsoft.com/office/officeart/2005/8/layout/list1"/>
    <dgm:cxn modelId="{93918AA7-55DF-4DEA-BE17-A87A968960A4}" type="presParOf" srcId="{DB82309B-3735-4666-8459-F736F68B8C34}" destId="{DB90062B-6302-40D2-8A1A-C8DFFD4B8AAF}" srcOrd="6" destOrd="0" presId="urn:microsoft.com/office/officeart/2005/8/layout/list1"/>
    <dgm:cxn modelId="{ED9FCFD9-6DB8-4BAD-9F4D-2F45E23664B6}" type="presParOf" srcId="{DB82309B-3735-4666-8459-F736F68B8C34}" destId="{FFC96FA8-9F4E-4EE0-92F0-AB4C9FF64319}" srcOrd="7" destOrd="0" presId="urn:microsoft.com/office/officeart/2005/8/layout/list1"/>
    <dgm:cxn modelId="{658AF7A6-71AB-4D9C-AB73-8714FBA12BEB}" type="presParOf" srcId="{DB82309B-3735-4666-8459-F736F68B8C34}" destId="{77FEE2CE-F447-42CF-97D0-BAAD342293A8}" srcOrd="8" destOrd="0" presId="urn:microsoft.com/office/officeart/2005/8/layout/list1"/>
    <dgm:cxn modelId="{C6350FDF-443B-45D8-8EEB-ED84821FB1F2}" type="presParOf" srcId="{77FEE2CE-F447-42CF-97D0-BAAD342293A8}" destId="{BF75455A-4AB2-46EF-9FD5-521D55B06675}" srcOrd="0" destOrd="0" presId="urn:microsoft.com/office/officeart/2005/8/layout/list1"/>
    <dgm:cxn modelId="{0899EE33-97ED-49D9-9D10-40A0622897E5}" type="presParOf" srcId="{77FEE2CE-F447-42CF-97D0-BAAD342293A8}" destId="{DACF22E0-230B-40FF-B33F-D07881A43C21}" srcOrd="1" destOrd="0" presId="urn:microsoft.com/office/officeart/2005/8/layout/list1"/>
    <dgm:cxn modelId="{25EBF774-4713-44E4-A9FB-94DAEFB64C4A}" type="presParOf" srcId="{DB82309B-3735-4666-8459-F736F68B8C34}" destId="{4C0D78BE-161D-4031-BD7C-7C3421384728}" srcOrd="9" destOrd="0" presId="urn:microsoft.com/office/officeart/2005/8/layout/list1"/>
    <dgm:cxn modelId="{69379BB4-75C9-4BA6-AF94-74EC7443ED55}" type="presParOf" srcId="{DB82309B-3735-4666-8459-F736F68B8C34}" destId="{1091E65A-7D47-4580-BD66-9421A78F4022}" srcOrd="10" destOrd="0" presId="urn:microsoft.com/office/officeart/2005/8/layout/list1"/>
    <dgm:cxn modelId="{789A3ECD-67FC-4A04-840B-8628C93E7A42}" type="presParOf" srcId="{DB82309B-3735-4666-8459-F736F68B8C34}" destId="{C8A8D568-E68B-482C-9338-E3FF1A84DE38}" srcOrd="11" destOrd="0" presId="urn:microsoft.com/office/officeart/2005/8/layout/list1"/>
    <dgm:cxn modelId="{CC6AEC0C-C8D3-42C4-BCBC-E75517F1C9B5}" type="presParOf" srcId="{DB82309B-3735-4666-8459-F736F68B8C34}" destId="{995F329F-2D59-4841-B36D-B48CEABAD003}" srcOrd="12" destOrd="0" presId="urn:microsoft.com/office/officeart/2005/8/layout/list1"/>
    <dgm:cxn modelId="{F9FCE9A1-3A5D-4EB3-8D9A-FE58D4E4B491}" type="presParOf" srcId="{995F329F-2D59-4841-B36D-B48CEABAD003}" destId="{5E3FDE72-542F-42FA-A013-0C520AC7EF81}" srcOrd="0" destOrd="0" presId="urn:microsoft.com/office/officeart/2005/8/layout/list1"/>
    <dgm:cxn modelId="{CD0061C8-CFB1-4835-A062-F645759370C0}" type="presParOf" srcId="{995F329F-2D59-4841-B36D-B48CEABAD003}" destId="{115CB200-C269-4B34-B484-475A327A28A9}" srcOrd="1" destOrd="0" presId="urn:microsoft.com/office/officeart/2005/8/layout/list1"/>
    <dgm:cxn modelId="{885A4F13-DEA6-4D92-9F50-F809F6D10209}" type="presParOf" srcId="{DB82309B-3735-4666-8459-F736F68B8C34}" destId="{A7CC61ED-0A33-4088-B998-5DB77599E6DD}" srcOrd="13" destOrd="0" presId="urn:microsoft.com/office/officeart/2005/8/layout/list1"/>
    <dgm:cxn modelId="{4B0F91C3-756F-4D1E-B88C-A8ED655C9685}" type="presParOf" srcId="{DB82309B-3735-4666-8459-F736F68B8C34}" destId="{AFA5FB0B-8B2D-4D64-ADA7-3481DC84E6EE}" srcOrd="14" destOrd="0" presId="urn:microsoft.com/office/officeart/2005/8/layout/list1"/>
  </dgm:cxnLst>
  <dgm:bg>
    <a:solidFill>
      <a:schemeClr val="bg1"/>
    </a:solidFill>
  </dgm:bg>
  <dgm:whole>
    <a:ln>
      <a:solidFill>
        <a:schemeClr val="tx2">
          <a:lumMod val="25000"/>
          <a:lumOff val="75000"/>
        </a:schemeClr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6C96B8-562B-4C08-8CB7-FD29B2D852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9C0E04-1B67-40EE-A06F-A044FAEC290A}">
      <dgm:prSet custT="1"/>
      <dgm:spPr>
        <a:solidFill>
          <a:srgbClr val="750101"/>
        </a:solidFill>
      </dgm:spPr>
      <dgm:t>
        <a:bodyPr/>
        <a:lstStyle/>
        <a:p>
          <a:r>
            <a:rPr lang="sr-Latn-RS" sz="1400" b="1" dirty="0"/>
            <a:t>Mala razlika između RSRP vrednosti dva susedna snopa </a:t>
          </a:r>
          <a:r>
            <a:rPr lang="sr-Latn-RS" sz="1400" dirty="0"/>
            <a:t>→ </a:t>
          </a:r>
          <a:r>
            <a:rPr lang="sr-Latn-RS" sz="1400" b="1" i="1" dirty="0"/>
            <a:t>ping-pong efekat -&gt; signalizaciono opterećenje</a:t>
          </a:r>
          <a:endParaRPr lang="en-US" sz="1400" dirty="0"/>
        </a:p>
      </dgm:t>
    </dgm:pt>
    <dgm:pt modelId="{94C3423D-582A-45F2-B1B8-99E628BDC743}" type="parTrans" cxnId="{587D557A-D8DB-4DDF-A135-F441E5821E57}">
      <dgm:prSet/>
      <dgm:spPr/>
      <dgm:t>
        <a:bodyPr/>
        <a:lstStyle/>
        <a:p>
          <a:endParaRPr lang="en-US" sz="1600"/>
        </a:p>
      </dgm:t>
    </dgm:pt>
    <dgm:pt modelId="{A2218386-5840-4C4E-9EEF-447A091EDD5D}" type="sibTrans" cxnId="{587D557A-D8DB-4DDF-A135-F441E5821E57}">
      <dgm:prSet/>
      <dgm:spPr/>
      <dgm:t>
        <a:bodyPr/>
        <a:lstStyle/>
        <a:p>
          <a:endParaRPr lang="en-US" sz="1600"/>
        </a:p>
      </dgm:t>
    </dgm:pt>
    <dgm:pt modelId="{B9465294-67C3-442B-AD41-C490C898C2B8}">
      <dgm:prSet custT="1"/>
      <dgm:spPr>
        <a:solidFill>
          <a:srgbClr val="750101"/>
        </a:solidFill>
      </dgm:spPr>
      <dgm:t>
        <a:bodyPr/>
        <a:lstStyle/>
        <a:p>
          <a:r>
            <a:rPr lang="sr-Latn-RS" sz="1400" b="1"/>
            <a:t>Visok nivo DL interferencije → loš DL SINR</a:t>
          </a:r>
          <a:endParaRPr lang="en-US" sz="1400"/>
        </a:p>
      </dgm:t>
    </dgm:pt>
    <dgm:pt modelId="{F19EE7F8-668E-425A-A262-0DD13A441895}" type="parTrans" cxnId="{098225C1-86D0-4237-9D66-0AD68CE36876}">
      <dgm:prSet/>
      <dgm:spPr/>
      <dgm:t>
        <a:bodyPr/>
        <a:lstStyle/>
        <a:p>
          <a:endParaRPr lang="en-US" sz="1600"/>
        </a:p>
      </dgm:t>
    </dgm:pt>
    <dgm:pt modelId="{8F61E5AE-6EE9-46DE-BAC0-3528DBCDE02D}" type="sibTrans" cxnId="{098225C1-86D0-4237-9D66-0AD68CE36876}">
      <dgm:prSet/>
      <dgm:spPr/>
      <dgm:t>
        <a:bodyPr/>
        <a:lstStyle/>
        <a:p>
          <a:endParaRPr lang="en-US" sz="1600"/>
        </a:p>
      </dgm:t>
    </dgm:pt>
    <dgm:pt modelId="{1EEC7F1E-F474-411C-84F5-EE63AB7C48BD}">
      <dgm:prSet custT="1"/>
      <dgm:spPr/>
      <dgm:t>
        <a:bodyPr/>
        <a:lstStyle/>
        <a:p>
          <a:r>
            <a:rPr lang="sr-Latn-RS" sz="1100" b="1"/>
            <a:t>Kada više ćelija koristi iste frekvencijske resurse</a:t>
          </a:r>
          <a:endParaRPr lang="en-US" sz="1100"/>
        </a:p>
      </dgm:t>
    </dgm:pt>
    <dgm:pt modelId="{854D5D88-C06B-47A4-B4B4-BFF55B385BA3}" type="parTrans" cxnId="{CBDB8F71-DB4F-473C-8492-0E5E60E6A0E4}">
      <dgm:prSet/>
      <dgm:spPr/>
      <dgm:t>
        <a:bodyPr/>
        <a:lstStyle/>
        <a:p>
          <a:endParaRPr lang="en-US" sz="1600"/>
        </a:p>
      </dgm:t>
    </dgm:pt>
    <dgm:pt modelId="{27DC612B-CE79-472E-8F09-88A9AC79E37B}" type="sibTrans" cxnId="{CBDB8F71-DB4F-473C-8492-0E5E60E6A0E4}">
      <dgm:prSet/>
      <dgm:spPr/>
      <dgm:t>
        <a:bodyPr/>
        <a:lstStyle/>
        <a:p>
          <a:endParaRPr lang="en-US" sz="1600"/>
        </a:p>
      </dgm:t>
    </dgm:pt>
    <dgm:pt modelId="{CDF0C383-4DE0-457A-A18E-292CC7FE5C7D}">
      <dgm:prSet custT="1"/>
      <dgm:spPr/>
      <dgm:t>
        <a:bodyPr/>
        <a:lstStyle/>
        <a:p>
          <a:r>
            <a:rPr lang="sr-Latn-RS" sz="1100" b="1"/>
            <a:t>Poboljšanje DL SINR povećanje broja neželjenih handover događaja.</a:t>
          </a:r>
          <a:endParaRPr lang="en-US" sz="1100"/>
        </a:p>
      </dgm:t>
    </dgm:pt>
    <dgm:pt modelId="{2B73EF59-9EA1-4C6E-83E6-943CA6BA68D4}" type="parTrans" cxnId="{31CF9BEA-E9EB-4DDD-A6B8-E63C7340DF53}">
      <dgm:prSet/>
      <dgm:spPr/>
      <dgm:t>
        <a:bodyPr/>
        <a:lstStyle/>
        <a:p>
          <a:endParaRPr lang="en-US" sz="1600"/>
        </a:p>
      </dgm:t>
    </dgm:pt>
    <dgm:pt modelId="{64D88CFC-3970-4733-97F5-F7E2A938C0A1}" type="sibTrans" cxnId="{31CF9BEA-E9EB-4DDD-A6B8-E63C7340DF53}">
      <dgm:prSet/>
      <dgm:spPr/>
      <dgm:t>
        <a:bodyPr/>
        <a:lstStyle/>
        <a:p>
          <a:endParaRPr lang="en-US" sz="1600"/>
        </a:p>
      </dgm:t>
    </dgm:pt>
    <dgm:pt modelId="{872F92B4-4852-46AD-968F-DCFAFBEE02D0}">
      <dgm:prSet custT="1"/>
      <dgm:spPr>
        <a:solidFill>
          <a:srgbClr val="750101"/>
        </a:solidFill>
      </dgm:spPr>
      <dgm:t>
        <a:bodyPr/>
        <a:lstStyle/>
        <a:p>
          <a:r>
            <a:rPr lang="sr-Latn-RS" sz="1400" b="1"/>
            <a:t>Brze promene relativnog položaja satelita i geometrije orbite, kao i kretanje korisnika</a:t>
          </a:r>
          <a:endParaRPr lang="en-US" sz="1400"/>
        </a:p>
      </dgm:t>
    </dgm:pt>
    <dgm:pt modelId="{5213005D-3705-4167-9DFB-AF8028AC4314}" type="parTrans" cxnId="{59CC2962-FD50-482C-AF2A-94E5E567E619}">
      <dgm:prSet/>
      <dgm:spPr/>
      <dgm:t>
        <a:bodyPr/>
        <a:lstStyle/>
        <a:p>
          <a:endParaRPr lang="en-US" sz="1600"/>
        </a:p>
      </dgm:t>
    </dgm:pt>
    <dgm:pt modelId="{3727650D-A88A-48A9-BE16-F6A8AC049325}" type="sibTrans" cxnId="{59CC2962-FD50-482C-AF2A-94E5E567E619}">
      <dgm:prSet/>
      <dgm:spPr/>
      <dgm:t>
        <a:bodyPr/>
        <a:lstStyle/>
        <a:p>
          <a:endParaRPr lang="en-US" sz="1600"/>
        </a:p>
      </dgm:t>
    </dgm:pt>
    <dgm:pt modelId="{F4C2DDFD-AD1E-44F0-BF9E-F70EE545A561}">
      <dgm:prSet custT="1"/>
      <dgm:spPr/>
      <dgm:t>
        <a:bodyPr/>
        <a:lstStyle/>
        <a:p>
          <a:r>
            <a:rPr lang="sr-Latn-RS" sz="1100" b="1"/>
            <a:t>Zastarevanje informacija o stanju u kanalu već tokom procesa signalizacije</a:t>
          </a:r>
          <a:endParaRPr lang="en-US" sz="1100"/>
        </a:p>
      </dgm:t>
    </dgm:pt>
    <dgm:pt modelId="{F0FCB899-A78B-4525-A533-1A3377B8E4C4}" type="parTrans" cxnId="{8406596B-AE4D-4CA0-BE35-02F45DA22B9F}">
      <dgm:prSet/>
      <dgm:spPr/>
      <dgm:t>
        <a:bodyPr/>
        <a:lstStyle/>
        <a:p>
          <a:endParaRPr lang="en-US" sz="1600"/>
        </a:p>
      </dgm:t>
    </dgm:pt>
    <dgm:pt modelId="{CD43C351-2ECA-4BC8-BC1E-5A4375761DD5}" type="sibTrans" cxnId="{8406596B-AE4D-4CA0-BE35-02F45DA22B9F}">
      <dgm:prSet/>
      <dgm:spPr/>
      <dgm:t>
        <a:bodyPr/>
        <a:lstStyle/>
        <a:p>
          <a:endParaRPr lang="en-US" sz="1600"/>
        </a:p>
      </dgm:t>
    </dgm:pt>
    <dgm:pt modelId="{3DDBFEBB-5CF3-4AB4-B1C4-69C0B3C3AC3A}">
      <dgm:prSet custT="1"/>
      <dgm:spPr>
        <a:solidFill>
          <a:srgbClr val="750101"/>
        </a:solidFill>
      </dgm:spPr>
      <dgm:t>
        <a:bodyPr/>
        <a:lstStyle/>
        <a:p>
          <a:r>
            <a:rPr lang="sr-Latn-RS" sz="1400" b="1"/>
            <a:t>Doplerov pomeraj</a:t>
          </a:r>
          <a:endParaRPr lang="en-US" sz="1400"/>
        </a:p>
      </dgm:t>
    </dgm:pt>
    <dgm:pt modelId="{D8B203BE-1E7E-48FA-B6F0-5861CC93A2DC}" type="parTrans" cxnId="{4DA4BA87-720B-4BA6-B9F7-8250CEC38119}">
      <dgm:prSet/>
      <dgm:spPr/>
      <dgm:t>
        <a:bodyPr/>
        <a:lstStyle/>
        <a:p>
          <a:endParaRPr lang="en-US" sz="1600"/>
        </a:p>
      </dgm:t>
    </dgm:pt>
    <dgm:pt modelId="{EE25A752-4928-4717-9673-58E8EEF1F4DD}" type="sibTrans" cxnId="{4DA4BA87-720B-4BA6-B9F7-8250CEC38119}">
      <dgm:prSet/>
      <dgm:spPr/>
      <dgm:t>
        <a:bodyPr/>
        <a:lstStyle/>
        <a:p>
          <a:endParaRPr lang="en-US" sz="1600"/>
        </a:p>
      </dgm:t>
    </dgm:pt>
    <dgm:pt modelId="{415471AE-8748-4CA5-AD43-AB0CF7DAA1EC}">
      <dgm:prSet custT="1"/>
      <dgm:spPr/>
      <dgm:t>
        <a:bodyPr/>
        <a:lstStyle/>
        <a:p>
          <a:r>
            <a:rPr lang="sr-Latn-RS" sz="1100" b="1"/>
            <a:t>Greške u sinhronizaciji – merenja UE mogu da osciluju i odluke mogu biti lošije</a:t>
          </a:r>
          <a:endParaRPr lang="en-US" sz="1100"/>
        </a:p>
      </dgm:t>
    </dgm:pt>
    <dgm:pt modelId="{087138B2-DF06-4FFF-A6C1-8B24D4242D92}" type="parTrans" cxnId="{9CBD1C05-3A33-4159-B03B-2FC33FBEEBBF}">
      <dgm:prSet/>
      <dgm:spPr/>
      <dgm:t>
        <a:bodyPr/>
        <a:lstStyle/>
        <a:p>
          <a:endParaRPr lang="en-US" sz="1600"/>
        </a:p>
      </dgm:t>
    </dgm:pt>
    <dgm:pt modelId="{1E251E50-7228-4068-AC50-43A2E1818901}" type="sibTrans" cxnId="{9CBD1C05-3A33-4159-B03B-2FC33FBEEBBF}">
      <dgm:prSet/>
      <dgm:spPr/>
      <dgm:t>
        <a:bodyPr/>
        <a:lstStyle/>
        <a:p>
          <a:endParaRPr lang="en-US" sz="1600"/>
        </a:p>
      </dgm:t>
    </dgm:pt>
    <dgm:pt modelId="{8B537D0C-CF15-43B3-9FB7-29A3F59C5CBA}">
      <dgm:prSet custT="1"/>
      <dgm:spPr>
        <a:solidFill>
          <a:srgbClr val="750101"/>
        </a:solidFill>
      </dgm:spPr>
      <dgm:t>
        <a:bodyPr/>
        <a:lstStyle/>
        <a:p>
          <a:r>
            <a:rPr lang="sr-Latn-RS" sz="1400" b="1"/>
            <a:t>Problem paging-a zbog pokretnih oblasti pokrivanja – opterećenje kontrolne ravni</a:t>
          </a:r>
          <a:endParaRPr lang="en-US" sz="1400"/>
        </a:p>
      </dgm:t>
    </dgm:pt>
    <dgm:pt modelId="{05D101D3-4AB4-4C03-8C3D-CE9CEE9B32F0}" type="parTrans" cxnId="{174B6B2E-7924-4A8A-B441-F912FFD51622}">
      <dgm:prSet/>
      <dgm:spPr/>
      <dgm:t>
        <a:bodyPr/>
        <a:lstStyle/>
        <a:p>
          <a:endParaRPr lang="en-US" sz="1600"/>
        </a:p>
      </dgm:t>
    </dgm:pt>
    <dgm:pt modelId="{5FE657A0-C171-4700-85C8-90ABC687F58C}" type="sibTrans" cxnId="{174B6B2E-7924-4A8A-B441-F912FFD51622}">
      <dgm:prSet/>
      <dgm:spPr/>
      <dgm:t>
        <a:bodyPr/>
        <a:lstStyle/>
        <a:p>
          <a:endParaRPr lang="en-US" sz="1600"/>
        </a:p>
      </dgm:t>
    </dgm:pt>
    <dgm:pt modelId="{687D6BDC-F855-40E4-A7B2-61E7F85DD941}">
      <dgm:prSet custT="1"/>
      <dgm:spPr/>
      <dgm:t>
        <a:bodyPr/>
        <a:lstStyle/>
        <a:p>
          <a:r>
            <a:rPr lang="sr-Latn-RS" sz="1100" b="1"/>
            <a:t>češće Tracking area update procedure za pokretne oblasti pokrivanja</a:t>
          </a:r>
          <a:endParaRPr lang="en-US" sz="1100"/>
        </a:p>
      </dgm:t>
    </dgm:pt>
    <dgm:pt modelId="{E974B608-BBD9-457C-8017-2A782ED23965}" type="parTrans" cxnId="{83A937B5-687C-4989-B2C3-05D80AB6F5AD}">
      <dgm:prSet/>
      <dgm:spPr/>
      <dgm:t>
        <a:bodyPr/>
        <a:lstStyle/>
        <a:p>
          <a:endParaRPr lang="en-US" sz="1600"/>
        </a:p>
      </dgm:t>
    </dgm:pt>
    <dgm:pt modelId="{2FB3C7DC-FEEB-41F0-84A4-903B77C97D9C}" type="sibTrans" cxnId="{83A937B5-687C-4989-B2C3-05D80AB6F5AD}">
      <dgm:prSet/>
      <dgm:spPr/>
      <dgm:t>
        <a:bodyPr/>
        <a:lstStyle/>
        <a:p>
          <a:endParaRPr lang="en-US" sz="1600"/>
        </a:p>
      </dgm:t>
    </dgm:pt>
    <dgm:pt modelId="{A48309BB-BE7D-4086-A83A-4CC89AFF00FF}" type="pres">
      <dgm:prSet presAssocID="{746C96B8-562B-4C08-8CB7-FD29B2D8524B}" presName="linear" presStyleCnt="0">
        <dgm:presLayoutVars>
          <dgm:animLvl val="lvl"/>
          <dgm:resizeHandles val="exact"/>
        </dgm:presLayoutVars>
      </dgm:prSet>
      <dgm:spPr/>
    </dgm:pt>
    <dgm:pt modelId="{8D43F38F-5149-4BFC-A9D4-8CDABDDFA6B0}" type="pres">
      <dgm:prSet presAssocID="{059C0E04-1B67-40EE-A06F-A044FAEC290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E45D39D-10F0-42C8-960B-5C416E90F0A1}" type="pres">
      <dgm:prSet presAssocID="{A2218386-5840-4C4E-9EEF-447A091EDD5D}" presName="spacer" presStyleCnt="0"/>
      <dgm:spPr/>
    </dgm:pt>
    <dgm:pt modelId="{25E2B430-208A-406C-AD9F-8A5C9103AA9E}" type="pres">
      <dgm:prSet presAssocID="{B9465294-67C3-442B-AD41-C490C898C2B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52A0547-A7DA-4C15-8661-A0146847680B}" type="pres">
      <dgm:prSet presAssocID="{B9465294-67C3-442B-AD41-C490C898C2B8}" presName="childText" presStyleLbl="revTx" presStyleIdx="0" presStyleCnt="4">
        <dgm:presLayoutVars>
          <dgm:bulletEnabled val="1"/>
        </dgm:presLayoutVars>
      </dgm:prSet>
      <dgm:spPr/>
    </dgm:pt>
    <dgm:pt modelId="{BC407582-2010-4BFA-8F18-A731CD0C15C0}" type="pres">
      <dgm:prSet presAssocID="{872F92B4-4852-46AD-968F-DCFAFBEE02D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F000470-A8A9-48EA-A75C-D1F68762E310}" type="pres">
      <dgm:prSet presAssocID="{872F92B4-4852-46AD-968F-DCFAFBEE02D0}" presName="childText" presStyleLbl="revTx" presStyleIdx="1" presStyleCnt="4">
        <dgm:presLayoutVars>
          <dgm:bulletEnabled val="1"/>
        </dgm:presLayoutVars>
      </dgm:prSet>
      <dgm:spPr/>
    </dgm:pt>
    <dgm:pt modelId="{F5DE6491-15B4-4FB2-8959-00F3E85803A3}" type="pres">
      <dgm:prSet presAssocID="{3DDBFEBB-5CF3-4AB4-B1C4-69C0B3C3AC3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0DA9A58-00D7-4156-B58E-BEA2487A6131}" type="pres">
      <dgm:prSet presAssocID="{3DDBFEBB-5CF3-4AB4-B1C4-69C0B3C3AC3A}" presName="childText" presStyleLbl="revTx" presStyleIdx="2" presStyleCnt="4">
        <dgm:presLayoutVars>
          <dgm:bulletEnabled val="1"/>
        </dgm:presLayoutVars>
      </dgm:prSet>
      <dgm:spPr/>
    </dgm:pt>
    <dgm:pt modelId="{AAA6EA1C-2335-4DB9-B5F2-B56300E419CC}" type="pres">
      <dgm:prSet presAssocID="{8B537D0C-CF15-43B3-9FB7-29A3F59C5CBA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5DA45A2-CCFB-4E3B-87E7-DEAA804BFAA8}" type="pres">
      <dgm:prSet presAssocID="{8B537D0C-CF15-43B3-9FB7-29A3F59C5CBA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9CBD1C05-3A33-4159-B03B-2FC33FBEEBBF}" srcId="{3DDBFEBB-5CF3-4AB4-B1C4-69C0B3C3AC3A}" destId="{415471AE-8748-4CA5-AD43-AB0CF7DAA1EC}" srcOrd="0" destOrd="0" parTransId="{087138B2-DF06-4FFF-A6C1-8B24D4242D92}" sibTransId="{1E251E50-7228-4068-AC50-43A2E1818901}"/>
    <dgm:cxn modelId="{F2479805-29AA-47AF-9BC0-0F2B45518A74}" type="presOf" srcId="{415471AE-8748-4CA5-AD43-AB0CF7DAA1EC}" destId="{C0DA9A58-00D7-4156-B58E-BEA2487A6131}" srcOrd="0" destOrd="0" presId="urn:microsoft.com/office/officeart/2005/8/layout/vList2"/>
    <dgm:cxn modelId="{FE64B906-1960-4A88-AC22-A99732EA771C}" type="presOf" srcId="{687D6BDC-F855-40E4-A7B2-61E7F85DD941}" destId="{05DA45A2-CCFB-4E3B-87E7-DEAA804BFAA8}" srcOrd="0" destOrd="0" presId="urn:microsoft.com/office/officeart/2005/8/layout/vList2"/>
    <dgm:cxn modelId="{68461A10-8BA3-4DAE-AFCD-0ADEA8D95610}" type="presOf" srcId="{059C0E04-1B67-40EE-A06F-A044FAEC290A}" destId="{8D43F38F-5149-4BFC-A9D4-8CDABDDFA6B0}" srcOrd="0" destOrd="0" presId="urn:microsoft.com/office/officeart/2005/8/layout/vList2"/>
    <dgm:cxn modelId="{89677F2C-C919-4E52-9030-C46BAB2827CA}" type="presOf" srcId="{B9465294-67C3-442B-AD41-C490C898C2B8}" destId="{25E2B430-208A-406C-AD9F-8A5C9103AA9E}" srcOrd="0" destOrd="0" presId="urn:microsoft.com/office/officeart/2005/8/layout/vList2"/>
    <dgm:cxn modelId="{174B6B2E-7924-4A8A-B441-F912FFD51622}" srcId="{746C96B8-562B-4C08-8CB7-FD29B2D8524B}" destId="{8B537D0C-CF15-43B3-9FB7-29A3F59C5CBA}" srcOrd="4" destOrd="0" parTransId="{05D101D3-4AB4-4C03-8C3D-CE9CEE9B32F0}" sibTransId="{5FE657A0-C171-4700-85C8-90ABC687F58C}"/>
    <dgm:cxn modelId="{2DCB7B32-CA7C-4D61-A0E5-F2CFC033761A}" type="presOf" srcId="{3DDBFEBB-5CF3-4AB4-B1C4-69C0B3C3AC3A}" destId="{F5DE6491-15B4-4FB2-8959-00F3E85803A3}" srcOrd="0" destOrd="0" presId="urn:microsoft.com/office/officeart/2005/8/layout/vList2"/>
    <dgm:cxn modelId="{69B90537-D764-4857-8033-DAC49B2A62D0}" type="presOf" srcId="{746C96B8-562B-4C08-8CB7-FD29B2D8524B}" destId="{A48309BB-BE7D-4086-A83A-4CC89AFF00FF}" srcOrd="0" destOrd="0" presId="urn:microsoft.com/office/officeart/2005/8/layout/vList2"/>
    <dgm:cxn modelId="{A0BA243B-B0A0-4DB8-B229-C5E1ECEA495D}" type="presOf" srcId="{CDF0C383-4DE0-457A-A18E-292CC7FE5C7D}" destId="{D52A0547-A7DA-4C15-8661-A0146847680B}" srcOrd="0" destOrd="1" presId="urn:microsoft.com/office/officeart/2005/8/layout/vList2"/>
    <dgm:cxn modelId="{9D18B360-03C6-4DF5-97C5-9841F49D5212}" type="presOf" srcId="{F4C2DDFD-AD1E-44F0-BF9E-F70EE545A561}" destId="{DF000470-A8A9-48EA-A75C-D1F68762E310}" srcOrd="0" destOrd="0" presId="urn:microsoft.com/office/officeart/2005/8/layout/vList2"/>
    <dgm:cxn modelId="{59CC2962-FD50-482C-AF2A-94E5E567E619}" srcId="{746C96B8-562B-4C08-8CB7-FD29B2D8524B}" destId="{872F92B4-4852-46AD-968F-DCFAFBEE02D0}" srcOrd="2" destOrd="0" parTransId="{5213005D-3705-4167-9DFB-AF8028AC4314}" sibTransId="{3727650D-A88A-48A9-BE16-F6A8AC049325}"/>
    <dgm:cxn modelId="{8406596B-AE4D-4CA0-BE35-02F45DA22B9F}" srcId="{872F92B4-4852-46AD-968F-DCFAFBEE02D0}" destId="{F4C2DDFD-AD1E-44F0-BF9E-F70EE545A561}" srcOrd="0" destOrd="0" parTransId="{F0FCB899-A78B-4525-A533-1A3377B8E4C4}" sibTransId="{CD43C351-2ECA-4BC8-BC1E-5A4375761DD5}"/>
    <dgm:cxn modelId="{CBDB8F71-DB4F-473C-8492-0E5E60E6A0E4}" srcId="{B9465294-67C3-442B-AD41-C490C898C2B8}" destId="{1EEC7F1E-F474-411C-84F5-EE63AB7C48BD}" srcOrd="0" destOrd="0" parTransId="{854D5D88-C06B-47A4-B4B4-BFF55B385BA3}" sibTransId="{27DC612B-CE79-472E-8F09-88A9AC79E37B}"/>
    <dgm:cxn modelId="{C7A12154-A5C8-4544-9B2D-A4932766EDF6}" type="presOf" srcId="{872F92B4-4852-46AD-968F-DCFAFBEE02D0}" destId="{BC407582-2010-4BFA-8F18-A731CD0C15C0}" srcOrd="0" destOrd="0" presId="urn:microsoft.com/office/officeart/2005/8/layout/vList2"/>
    <dgm:cxn modelId="{83A93A76-8DA7-4BA8-8AAC-946FA720CEC7}" type="presOf" srcId="{1EEC7F1E-F474-411C-84F5-EE63AB7C48BD}" destId="{D52A0547-A7DA-4C15-8661-A0146847680B}" srcOrd="0" destOrd="0" presId="urn:microsoft.com/office/officeart/2005/8/layout/vList2"/>
    <dgm:cxn modelId="{587D557A-D8DB-4DDF-A135-F441E5821E57}" srcId="{746C96B8-562B-4C08-8CB7-FD29B2D8524B}" destId="{059C0E04-1B67-40EE-A06F-A044FAEC290A}" srcOrd="0" destOrd="0" parTransId="{94C3423D-582A-45F2-B1B8-99E628BDC743}" sibTransId="{A2218386-5840-4C4E-9EEF-447A091EDD5D}"/>
    <dgm:cxn modelId="{4DA4BA87-720B-4BA6-B9F7-8250CEC38119}" srcId="{746C96B8-562B-4C08-8CB7-FD29B2D8524B}" destId="{3DDBFEBB-5CF3-4AB4-B1C4-69C0B3C3AC3A}" srcOrd="3" destOrd="0" parTransId="{D8B203BE-1E7E-48FA-B6F0-5861CC93A2DC}" sibTransId="{EE25A752-4928-4717-9673-58E8EEF1F4DD}"/>
    <dgm:cxn modelId="{83A937B5-687C-4989-B2C3-05D80AB6F5AD}" srcId="{8B537D0C-CF15-43B3-9FB7-29A3F59C5CBA}" destId="{687D6BDC-F855-40E4-A7B2-61E7F85DD941}" srcOrd="0" destOrd="0" parTransId="{E974B608-BBD9-457C-8017-2A782ED23965}" sibTransId="{2FB3C7DC-FEEB-41F0-84A4-903B77C97D9C}"/>
    <dgm:cxn modelId="{098225C1-86D0-4237-9D66-0AD68CE36876}" srcId="{746C96B8-562B-4C08-8CB7-FD29B2D8524B}" destId="{B9465294-67C3-442B-AD41-C490C898C2B8}" srcOrd="1" destOrd="0" parTransId="{F19EE7F8-668E-425A-A262-0DD13A441895}" sibTransId="{8F61E5AE-6EE9-46DE-BAC0-3528DBCDE02D}"/>
    <dgm:cxn modelId="{62FAE9C9-A3F7-4155-AD2F-396E96A72408}" type="presOf" srcId="{8B537D0C-CF15-43B3-9FB7-29A3F59C5CBA}" destId="{AAA6EA1C-2335-4DB9-B5F2-B56300E419CC}" srcOrd="0" destOrd="0" presId="urn:microsoft.com/office/officeart/2005/8/layout/vList2"/>
    <dgm:cxn modelId="{31CF9BEA-E9EB-4DDD-A6B8-E63C7340DF53}" srcId="{B9465294-67C3-442B-AD41-C490C898C2B8}" destId="{CDF0C383-4DE0-457A-A18E-292CC7FE5C7D}" srcOrd="1" destOrd="0" parTransId="{2B73EF59-9EA1-4C6E-83E6-943CA6BA68D4}" sibTransId="{64D88CFC-3970-4733-97F5-F7E2A938C0A1}"/>
    <dgm:cxn modelId="{9546CE2A-46AD-4174-94E3-405C97C4E3A5}" type="presParOf" srcId="{A48309BB-BE7D-4086-A83A-4CC89AFF00FF}" destId="{8D43F38F-5149-4BFC-A9D4-8CDABDDFA6B0}" srcOrd="0" destOrd="0" presId="urn:microsoft.com/office/officeart/2005/8/layout/vList2"/>
    <dgm:cxn modelId="{327DEEB1-2492-41A7-AB61-3A90CC4200B8}" type="presParOf" srcId="{A48309BB-BE7D-4086-A83A-4CC89AFF00FF}" destId="{BE45D39D-10F0-42C8-960B-5C416E90F0A1}" srcOrd="1" destOrd="0" presId="urn:microsoft.com/office/officeart/2005/8/layout/vList2"/>
    <dgm:cxn modelId="{9AB1420E-1CD9-4A79-BF84-2F72016DAEF2}" type="presParOf" srcId="{A48309BB-BE7D-4086-A83A-4CC89AFF00FF}" destId="{25E2B430-208A-406C-AD9F-8A5C9103AA9E}" srcOrd="2" destOrd="0" presId="urn:microsoft.com/office/officeart/2005/8/layout/vList2"/>
    <dgm:cxn modelId="{61C8B95A-8BB2-4185-A33F-540849914F16}" type="presParOf" srcId="{A48309BB-BE7D-4086-A83A-4CC89AFF00FF}" destId="{D52A0547-A7DA-4C15-8661-A0146847680B}" srcOrd="3" destOrd="0" presId="urn:microsoft.com/office/officeart/2005/8/layout/vList2"/>
    <dgm:cxn modelId="{A6AE355A-DB4D-4B26-92AD-07F0C8068DF4}" type="presParOf" srcId="{A48309BB-BE7D-4086-A83A-4CC89AFF00FF}" destId="{BC407582-2010-4BFA-8F18-A731CD0C15C0}" srcOrd="4" destOrd="0" presId="urn:microsoft.com/office/officeart/2005/8/layout/vList2"/>
    <dgm:cxn modelId="{50B3140A-2590-4B95-876B-EC0301FC57B0}" type="presParOf" srcId="{A48309BB-BE7D-4086-A83A-4CC89AFF00FF}" destId="{DF000470-A8A9-48EA-A75C-D1F68762E310}" srcOrd="5" destOrd="0" presId="urn:microsoft.com/office/officeart/2005/8/layout/vList2"/>
    <dgm:cxn modelId="{962F012D-9DC3-4B1C-8DE4-D648CE2D2EF5}" type="presParOf" srcId="{A48309BB-BE7D-4086-A83A-4CC89AFF00FF}" destId="{F5DE6491-15B4-4FB2-8959-00F3E85803A3}" srcOrd="6" destOrd="0" presId="urn:microsoft.com/office/officeart/2005/8/layout/vList2"/>
    <dgm:cxn modelId="{AFE37915-4C49-43D3-9EC8-882B90889B02}" type="presParOf" srcId="{A48309BB-BE7D-4086-A83A-4CC89AFF00FF}" destId="{C0DA9A58-00D7-4156-B58E-BEA2487A6131}" srcOrd="7" destOrd="0" presId="urn:microsoft.com/office/officeart/2005/8/layout/vList2"/>
    <dgm:cxn modelId="{439B1790-DDF0-4796-BA14-4176B1CD8DD4}" type="presParOf" srcId="{A48309BB-BE7D-4086-A83A-4CC89AFF00FF}" destId="{AAA6EA1C-2335-4DB9-B5F2-B56300E419CC}" srcOrd="8" destOrd="0" presId="urn:microsoft.com/office/officeart/2005/8/layout/vList2"/>
    <dgm:cxn modelId="{3C430785-297A-481E-AC65-7378DCEDDF0B}" type="presParOf" srcId="{A48309BB-BE7D-4086-A83A-4CC89AFF00FF}" destId="{05DA45A2-CCFB-4E3B-87E7-DEAA804BFAA8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16E74E9-0DC8-47BD-BD19-FD304EE1BB51}" type="doc">
      <dgm:prSet loTypeId="urn:microsoft.com/office/officeart/2005/8/layout/orgChart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B5C27ED-8246-4CD8-A191-3B4F091E0C07}">
      <dgm:prSet custT="1"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sr-Latn-RS" sz="1600" dirty="0"/>
            <a:t>Nove tehnologije:</a:t>
          </a:r>
          <a:endParaRPr lang="en-US" sz="1600" dirty="0"/>
        </a:p>
      </dgm:t>
    </dgm:pt>
    <dgm:pt modelId="{55BF5430-F4E7-433F-94B9-C511318B3E15}" type="parTrans" cxnId="{1F69A0EF-C8E7-4727-9764-E74CB821DAF1}">
      <dgm:prSet/>
      <dgm:spPr/>
      <dgm:t>
        <a:bodyPr/>
        <a:lstStyle/>
        <a:p>
          <a:endParaRPr lang="en-US" sz="1400"/>
        </a:p>
      </dgm:t>
    </dgm:pt>
    <dgm:pt modelId="{DDF5B920-51DC-4068-82E6-BE448D910295}" type="sibTrans" cxnId="{1F69A0EF-C8E7-4727-9764-E74CB821DAF1}">
      <dgm:prSet/>
      <dgm:spPr/>
      <dgm:t>
        <a:bodyPr/>
        <a:lstStyle/>
        <a:p>
          <a:endParaRPr lang="en-US" sz="1400"/>
        </a:p>
      </dgm:t>
    </dgm:pt>
    <dgm:pt modelId="{F9AE27DE-6815-4C30-B7EB-B495A70B491C}">
      <dgm:prSet custT="1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sr-Latn-RS" sz="1100" dirty="0"/>
            <a:t>HTC – izuzetno velike brzine i  širine kanala</a:t>
          </a:r>
          <a:endParaRPr lang="en-US" sz="1100" dirty="0"/>
        </a:p>
      </dgm:t>
    </dgm:pt>
    <dgm:pt modelId="{BD0F6934-5A09-419E-AD49-0DB062476073}" type="parTrans" cxnId="{8D6F3DA0-9436-456B-8DF5-367EF3BE8CA9}">
      <dgm:prSet/>
      <dgm:spPr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endParaRPr lang="en-US" sz="1400"/>
        </a:p>
      </dgm:t>
    </dgm:pt>
    <dgm:pt modelId="{E1324B1D-414F-4CB1-B97A-82C4A56C642F}" type="sibTrans" cxnId="{8D6F3DA0-9436-456B-8DF5-367EF3BE8CA9}">
      <dgm:prSet/>
      <dgm:spPr/>
      <dgm:t>
        <a:bodyPr/>
        <a:lstStyle/>
        <a:p>
          <a:endParaRPr lang="en-US" sz="1400"/>
        </a:p>
      </dgm:t>
    </dgm:pt>
    <dgm:pt modelId="{F3F9C21B-289C-493B-AF3C-82DA7B3E30AF}">
      <dgm:prSet custT="1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sr-Latn-RS" sz="1100" dirty="0"/>
            <a:t>Multisenzorske imerzivne mreže</a:t>
          </a:r>
          <a:endParaRPr lang="en-US" sz="1100" dirty="0"/>
        </a:p>
      </dgm:t>
    </dgm:pt>
    <dgm:pt modelId="{6C6A248A-41D9-40F2-8232-1DEF85864023}" type="parTrans" cxnId="{2F62AFB2-FD12-45A8-B5E1-7A8C2A2E7A54}">
      <dgm:prSet/>
      <dgm:spPr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endParaRPr lang="en-US" sz="1400"/>
        </a:p>
      </dgm:t>
    </dgm:pt>
    <dgm:pt modelId="{9092C869-59D4-4561-81C1-65C11D129123}" type="sibTrans" cxnId="{2F62AFB2-FD12-45A8-B5E1-7A8C2A2E7A54}">
      <dgm:prSet/>
      <dgm:spPr/>
      <dgm:t>
        <a:bodyPr/>
        <a:lstStyle/>
        <a:p>
          <a:endParaRPr lang="en-US" sz="1400"/>
        </a:p>
      </dgm:t>
    </dgm:pt>
    <dgm:pt modelId="{D815A460-E2FF-49CE-8BE0-811139F9BAB2}">
      <dgm:prSet custT="1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sr-Latn-RS" sz="1100" dirty="0"/>
            <a:t>Fotonski kognitivni radio sistemi</a:t>
          </a:r>
          <a:endParaRPr lang="en-US" sz="1100" dirty="0"/>
        </a:p>
      </dgm:t>
    </dgm:pt>
    <dgm:pt modelId="{FB44FE50-BC0F-49CB-813D-88475DBD37DD}" type="parTrans" cxnId="{5DF9C5FA-6E33-4D76-9F67-D5D05E2E1707}">
      <dgm:prSet/>
      <dgm:spPr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endParaRPr lang="en-US" sz="1400"/>
        </a:p>
      </dgm:t>
    </dgm:pt>
    <dgm:pt modelId="{CC6B98E0-31BD-420C-A753-261B2CDB1093}" type="sibTrans" cxnId="{5DF9C5FA-6E33-4D76-9F67-D5D05E2E1707}">
      <dgm:prSet/>
      <dgm:spPr/>
      <dgm:t>
        <a:bodyPr/>
        <a:lstStyle/>
        <a:p>
          <a:endParaRPr lang="en-US" sz="1400"/>
        </a:p>
      </dgm:t>
    </dgm:pt>
    <dgm:pt modelId="{C31B81F1-5B79-4ACD-B329-9F76F283A346}">
      <dgm:prSet custT="1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sr-Latn-RS" sz="1100" dirty="0"/>
            <a:t>Predikcija katastrofa </a:t>
          </a:r>
          <a:endParaRPr lang="en-US" sz="1100" dirty="0"/>
        </a:p>
      </dgm:t>
    </dgm:pt>
    <dgm:pt modelId="{A98FF10C-74AF-49D1-81AA-7C00A8BE28CB}" type="parTrans" cxnId="{BF2EDFBF-B1CA-4ADF-932B-30929179E61F}">
      <dgm:prSet/>
      <dgm:spPr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endParaRPr lang="en-US" sz="1400"/>
        </a:p>
      </dgm:t>
    </dgm:pt>
    <dgm:pt modelId="{DF8BDD6F-63D4-4AC1-8F72-B1871E5BE762}" type="sibTrans" cxnId="{BF2EDFBF-B1CA-4ADF-932B-30929179E61F}">
      <dgm:prSet/>
      <dgm:spPr/>
      <dgm:t>
        <a:bodyPr/>
        <a:lstStyle/>
        <a:p>
          <a:endParaRPr lang="en-US" sz="1400"/>
        </a:p>
      </dgm:t>
    </dgm:pt>
    <dgm:pt modelId="{1CD0DC4B-5C9B-42A7-987E-B6DAB116C86D}">
      <dgm:prSet custT="1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sr-Latn-RS" sz="1100"/>
            <a:t>Mission-critical servisi</a:t>
          </a:r>
          <a:endParaRPr lang="en-US" sz="1100" dirty="0"/>
        </a:p>
      </dgm:t>
    </dgm:pt>
    <dgm:pt modelId="{7CB6D5A5-0721-4AC8-8177-A9D633692643}" type="parTrans" cxnId="{15D9CA23-5850-4DDB-B7F8-09F419083D63}">
      <dgm:prSet/>
      <dgm:spPr/>
      <dgm:t>
        <a:bodyPr/>
        <a:lstStyle/>
        <a:p>
          <a:endParaRPr lang="en-GB" sz="1400"/>
        </a:p>
      </dgm:t>
    </dgm:pt>
    <dgm:pt modelId="{A86FECCA-D3C6-47E4-9DE3-E898BC8788F8}" type="sibTrans" cxnId="{15D9CA23-5850-4DDB-B7F8-09F419083D63}">
      <dgm:prSet/>
      <dgm:spPr/>
      <dgm:t>
        <a:bodyPr/>
        <a:lstStyle/>
        <a:p>
          <a:endParaRPr lang="en-GB" sz="1400"/>
        </a:p>
      </dgm:t>
    </dgm:pt>
    <dgm:pt modelId="{8B33C036-2F47-4404-9FB6-44CC0C5C23A8}" type="pres">
      <dgm:prSet presAssocID="{616E74E9-0DC8-47BD-BD19-FD304EE1BB5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F7B589B-A941-4DFB-831D-89A1279C70BE}" type="pres">
      <dgm:prSet presAssocID="{2B5C27ED-8246-4CD8-A191-3B4F091E0C07}" presName="hierRoot1" presStyleCnt="0">
        <dgm:presLayoutVars>
          <dgm:hierBranch val="init"/>
        </dgm:presLayoutVars>
      </dgm:prSet>
      <dgm:spPr/>
    </dgm:pt>
    <dgm:pt modelId="{F13D87F0-99B1-432A-BFA3-D9F837B0BDFD}" type="pres">
      <dgm:prSet presAssocID="{2B5C27ED-8246-4CD8-A191-3B4F091E0C07}" presName="rootComposite1" presStyleCnt="0"/>
      <dgm:spPr/>
    </dgm:pt>
    <dgm:pt modelId="{A5217EE2-897A-488A-B54F-31FD2DE32C92}" type="pres">
      <dgm:prSet presAssocID="{2B5C27ED-8246-4CD8-A191-3B4F091E0C07}" presName="rootText1" presStyleLbl="node0" presStyleIdx="0" presStyleCnt="1" custScaleX="251571">
        <dgm:presLayoutVars>
          <dgm:chPref val="3"/>
        </dgm:presLayoutVars>
      </dgm:prSet>
      <dgm:spPr/>
    </dgm:pt>
    <dgm:pt modelId="{4EC54DD4-1CD0-4698-8407-681F36215A74}" type="pres">
      <dgm:prSet presAssocID="{2B5C27ED-8246-4CD8-A191-3B4F091E0C07}" presName="rootConnector1" presStyleLbl="node1" presStyleIdx="0" presStyleCnt="0"/>
      <dgm:spPr/>
    </dgm:pt>
    <dgm:pt modelId="{C166C14D-C475-400A-9EEC-DF2312368356}" type="pres">
      <dgm:prSet presAssocID="{2B5C27ED-8246-4CD8-A191-3B4F091E0C07}" presName="hierChild2" presStyleCnt="0"/>
      <dgm:spPr/>
    </dgm:pt>
    <dgm:pt modelId="{2204B81F-B1DF-4B5F-8BD3-B71F25A3DC6D}" type="pres">
      <dgm:prSet presAssocID="{BD0F6934-5A09-419E-AD49-0DB062476073}" presName="Name37" presStyleLbl="parChTrans1D2" presStyleIdx="0" presStyleCnt="5"/>
      <dgm:spPr/>
    </dgm:pt>
    <dgm:pt modelId="{16BBD5B6-69A0-4F3B-BCFA-D17021C8F202}" type="pres">
      <dgm:prSet presAssocID="{F9AE27DE-6815-4C30-B7EB-B495A70B491C}" presName="hierRoot2" presStyleCnt="0">
        <dgm:presLayoutVars>
          <dgm:hierBranch val="init"/>
        </dgm:presLayoutVars>
      </dgm:prSet>
      <dgm:spPr/>
    </dgm:pt>
    <dgm:pt modelId="{BCA1E332-08B6-4E7A-9782-41B98B85108B}" type="pres">
      <dgm:prSet presAssocID="{F9AE27DE-6815-4C30-B7EB-B495A70B491C}" presName="rootComposite" presStyleCnt="0"/>
      <dgm:spPr/>
    </dgm:pt>
    <dgm:pt modelId="{166FE146-ED9C-479A-9800-66B515098AE8}" type="pres">
      <dgm:prSet presAssocID="{F9AE27DE-6815-4C30-B7EB-B495A70B491C}" presName="rootText" presStyleLbl="node2" presStyleIdx="0" presStyleCnt="5">
        <dgm:presLayoutVars>
          <dgm:chPref val="3"/>
        </dgm:presLayoutVars>
      </dgm:prSet>
      <dgm:spPr/>
    </dgm:pt>
    <dgm:pt modelId="{4A87053C-B702-4AC6-9B8F-96566AE0BCA4}" type="pres">
      <dgm:prSet presAssocID="{F9AE27DE-6815-4C30-B7EB-B495A70B491C}" presName="rootConnector" presStyleLbl="node2" presStyleIdx="0" presStyleCnt="5"/>
      <dgm:spPr/>
    </dgm:pt>
    <dgm:pt modelId="{70AECA6E-823A-48F2-B921-5196E01C1005}" type="pres">
      <dgm:prSet presAssocID="{F9AE27DE-6815-4C30-B7EB-B495A70B491C}" presName="hierChild4" presStyleCnt="0"/>
      <dgm:spPr/>
    </dgm:pt>
    <dgm:pt modelId="{CD3BFAF4-D276-430D-808E-AAA461C5B0C9}" type="pres">
      <dgm:prSet presAssocID="{F9AE27DE-6815-4C30-B7EB-B495A70B491C}" presName="hierChild5" presStyleCnt="0"/>
      <dgm:spPr/>
    </dgm:pt>
    <dgm:pt modelId="{87F92737-4448-484D-AB99-086C9AA7E374}" type="pres">
      <dgm:prSet presAssocID="{6C6A248A-41D9-40F2-8232-1DEF85864023}" presName="Name37" presStyleLbl="parChTrans1D2" presStyleIdx="1" presStyleCnt="5"/>
      <dgm:spPr/>
    </dgm:pt>
    <dgm:pt modelId="{50A8EC3B-8DC9-4CAF-A843-B62604ED69C2}" type="pres">
      <dgm:prSet presAssocID="{F3F9C21B-289C-493B-AF3C-82DA7B3E30AF}" presName="hierRoot2" presStyleCnt="0">
        <dgm:presLayoutVars>
          <dgm:hierBranch val="init"/>
        </dgm:presLayoutVars>
      </dgm:prSet>
      <dgm:spPr/>
    </dgm:pt>
    <dgm:pt modelId="{7C37BCE1-34C6-4A77-8D3F-6005746858C5}" type="pres">
      <dgm:prSet presAssocID="{F3F9C21B-289C-493B-AF3C-82DA7B3E30AF}" presName="rootComposite" presStyleCnt="0"/>
      <dgm:spPr/>
    </dgm:pt>
    <dgm:pt modelId="{AD75824B-906F-41EF-AFDE-932732A0ACA7}" type="pres">
      <dgm:prSet presAssocID="{F3F9C21B-289C-493B-AF3C-82DA7B3E30AF}" presName="rootText" presStyleLbl="node2" presStyleIdx="1" presStyleCnt="5">
        <dgm:presLayoutVars>
          <dgm:chPref val="3"/>
        </dgm:presLayoutVars>
      </dgm:prSet>
      <dgm:spPr/>
    </dgm:pt>
    <dgm:pt modelId="{F4E112A2-6059-4261-9581-F226C1CD83BF}" type="pres">
      <dgm:prSet presAssocID="{F3F9C21B-289C-493B-AF3C-82DA7B3E30AF}" presName="rootConnector" presStyleLbl="node2" presStyleIdx="1" presStyleCnt="5"/>
      <dgm:spPr/>
    </dgm:pt>
    <dgm:pt modelId="{375FB2F7-82CA-4C32-B1B4-EE3535BABDFB}" type="pres">
      <dgm:prSet presAssocID="{F3F9C21B-289C-493B-AF3C-82DA7B3E30AF}" presName="hierChild4" presStyleCnt="0"/>
      <dgm:spPr/>
    </dgm:pt>
    <dgm:pt modelId="{865A79BA-D955-48A2-B997-F68C4A525822}" type="pres">
      <dgm:prSet presAssocID="{F3F9C21B-289C-493B-AF3C-82DA7B3E30AF}" presName="hierChild5" presStyleCnt="0"/>
      <dgm:spPr/>
    </dgm:pt>
    <dgm:pt modelId="{F4A7510A-AD42-4AFB-A96D-5A5B2C7770A8}" type="pres">
      <dgm:prSet presAssocID="{7CB6D5A5-0721-4AC8-8177-A9D633692643}" presName="Name37" presStyleLbl="parChTrans1D2" presStyleIdx="2" presStyleCnt="5"/>
      <dgm:spPr/>
    </dgm:pt>
    <dgm:pt modelId="{6E12EA11-30FA-4B32-ACC0-5610BED0B017}" type="pres">
      <dgm:prSet presAssocID="{1CD0DC4B-5C9B-42A7-987E-B6DAB116C86D}" presName="hierRoot2" presStyleCnt="0">
        <dgm:presLayoutVars>
          <dgm:hierBranch val="init"/>
        </dgm:presLayoutVars>
      </dgm:prSet>
      <dgm:spPr/>
    </dgm:pt>
    <dgm:pt modelId="{53A34F18-21B2-4C04-A6AA-A66AB4DA164E}" type="pres">
      <dgm:prSet presAssocID="{1CD0DC4B-5C9B-42A7-987E-B6DAB116C86D}" presName="rootComposite" presStyleCnt="0"/>
      <dgm:spPr/>
    </dgm:pt>
    <dgm:pt modelId="{E64F627F-816B-47E5-A5F0-4BD67A0ED293}" type="pres">
      <dgm:prSet presAssocID="{1CD0DC4B-5C9B-42A7-987E-B6DAB116C86D}" presName="rootText" presStyleLbl="node2" presStyleIdx="2" presStyleCnt="5">
        <dgm:presLayoutVars>
          <dgm:chPref val="3"/>
        </dgm:presLayoutVars>
      </dgm:prSet>
      <dgm:spPr/>
    </dgm:pt>
    <dgm:pt modelId="{C27A4607-5657-4282-A1EB-EC0FB4DBAA73}" type="pres">
      <dgm:prSet presAssocID="{1CD0DC4B-5C9B-42A7-987E-B6DAB116C86D}" presName="rootConnector" presStyleLbl="node2" presStyleIdx="2" presStyleCnt="5"/>
      <dgm:spPr/>
    </dgm:pt>
    <dgm:pt modelId="{2DE90080-428D-4333-BFAA-F5A6C93D6E8B}" type="pres">
      <dgm:prSet presAssocID="{1CD0DC4B-5C9B-42A7-987E-B6DAB116C86D}" presName="hierChild4" presStyleCnt="0"/>
      <dgm:spPr/>
    </dgm:pt>
    <dgm:pt modelId="{58ABC38B-602F-4DCC-B10E-8CC4843627B6}" type="pres">
      <dgm:prSet presAssocID="{1CD0DC4B-5C9B-42A7-987E-B6DAB116C86D}" presName="hierChild5" presStyleCnt="0"/>
      <dgm:spPr/>
    </dgm:pt>
    <dgm:pt modelId="{3CEA01E4-3970-422B-B7FA-05032600895B}" type="pres">
      <dgm:prSet presAssocID="{FB44FE50-BC0F-49CB-813D-88475DBD37DD}" presName="Name37" presStyleLbl="parChTrans1D2" presStyleIdx="3" presStyleCnt="5"/>
      <dgm:spPr/>
    </dgm:pt>
    <dgm:pt modelId="{76A723DD-5194-45C0-AA21-BF57BF037780}" type="pres">
      <dgm:prSet presAssocID="{D815A460-E2FF-49CE-8BE0-811139F9BAB2}" presName="hierRoot2" presStyleCnt="0">
        <dgm:presLayoutVars>
          <dgm:hierBranch val="init"/>
        </dgm:presLayoutVars>
      </dgm:prSet>
      <dgm:spPr/>
    </dgm:pt>
    <dgm:pt modelId="{ADCA92D8-BC68-4676-A1E8-0BB5D9083174}" type="pres">
      <dgm:prSet presAssocID="{D815A460-E2FF-49CE-8BE0-811139F9BAB2}" presName="rootComposite" presStyleCnt="0"/>
      <dgm:spPr/>
    </dgm:pt>
    <dgm:pt modelId="{6C6A016A-1FCB-4EBF-A81E-D58D0BA8B9A8}" type="pres">
      <dgm:prSet presAssocID="{D815A460-E2FF-49CE-8BE0-811139F9BAB2}" presName="rootText" presStyleLbl="node2" presStyleIdx="3" presStyleCnt="5">
        <dgm:presLayoutVars>
          <dgm:chPref val="3"/>
        </dgm:presLayoutVars>
      </dgm:prSet>
      <dgm:spPr/>
    </dgm:pt>
    <dgm:pt modelId="{2EEEB4D8-A991-4547-AFD8-3C5E4F86B518}" type="pres">
      <dgm:prSet presAssocID="{D815A460-E2FF-49CE-8BE0-811139F9BAB2}" presName="rootConnector" presStyleLbl="node2" presStyleIdx="3" presStyleCnt="5"/>
      <dgm:spPr/>
    </dgm:pt>
    <dgm:pt modelId="{01C20E32-62C8-435A-98A3-5641B9157DCF}" type="pres">
      <dgm:prSet presAssocID="{D815A460-E2FF-49CE-8BE0-811139F9BAB2}" presName="hierChild4" presStyleCnt="0"/>
      <dgm:spPr/>
    </dgm:pt>
    <dgm:pt modelId="{E9D2650C-547A-4918-B398-EFB0A994B7FE}" type="pres">
      <dgm:prSet presAssocID="{D815A460-E2FF-49CE-8BE0-811139F9BAB2}" presName="hierChild5" presStyleCnt="0"/>
      <dgm:spPr/>
    </dgm:pt>
    <dgm:pt modelId="{744A9DDE-DE55-4B9C-B517-4B314B82ABA3}" type="pres">
      <dgm:prSet presAssocID="{A98FF10C-74AF-49D1-81AA-7C00A8BE28CB}" presName="Name37" presStyleLbl="parChTrans1D2" presStyleIdx="4" presStyleCnt="5"/>
      <dgm:spPr/>
    </dgm:pt>
    <dgm:pt modelId="{0BE60B59-9EA0-415A-943A-D4C57C534CD3}" type="pres">
      <dgm:prSet presAssocID="{C31B81F1-5B79-4ACD-B329-9F76F283A346}" presName="hierRoot2" presStyleCnt="0">
        <dgm:presLayoutVars>
          <dgm:hierBranch val="init"/>
        </dgm:presLayoutVars>
      </dgm:prSet>
      <dgm:spPr/>
    </dgm:pt>
    <dgm:pt modelId="{B2C33850-FB38-4392-A1DA-E542E89E29B1}" type="pres">
      <dgm:prSet presAssocID="{C31B81F1-5B79-4ACD-B329-9F76F283A346}" presName="rootComposite" presStyleCnt="0"/>
      <dgm:spPr/>
    </dgm:pt>
    <dgm:pt modelId="{19EF5225-D7F2-49BD-A7AF-6F0EA762D481}" type="pres">
      <dgm:prSet presAssocID="{C31B81F1-5B79-4ACD-B329-9F76F283A346}" presName="rootText" presStyleLbl="node2" presStyleIdx="4" presStyleCnt="5">
        <dgm:presLayoutVars>
          <dgm:chPref val="3"/>
        </dgm:presLayoutVars>
      </dgm:prSet>
      <dgm:spPr/>
    </dgm:pt>
    <dgm:pt modelId="{32BEC0A7-535F-4AC7-A224-7AE88913991C}" type="pres">
      <dgm:prSet presAssocID="{C31B81F1-5B79-4ACD-B329-9F76F283A346}" presName="rootConnector" presStyleLbl="node2" presStyleIdx="4" presStyleCnt="5"/>
      <dgm:spPr/>
    </dgm:pt>
    <dgm:pt modelId="{D9FE6666-4C0A-4209-B5B1-1623E0678148}" type="pres">
      <dgm:prSet presAssocID="{C31B81F1-5B79-4ACD-B329-9F76F283A346}" presName="hierChild4" presStyleCnt="0"/>
      <dgm:spPr/>
    </dgm:pt>
    <dgm:pt modelId="{E8D07107-1DE5-428B-9639-811FB8F2305D}" type="pres">
      <dgm:prSet presAssocID="{C31B81F1-5B79-4ACD-B329-9F76F283A346}" presName="hierChild5" presStyleCnt="0"/>
      <dgm:spPr/>
    </dgm:pt>
    <dgm:pt modelId="{1BF5FBCA-B0BC-429E-AFA3-D7803DD043B8}" type="pres">
      <dgm:prSet presAssocID="{2B5C27ED-8246-4CD8-A191-3B4F091E0C07}" presName="hierChild3" presStyleCnt="0"/>
      <dgm:spPr/>
    </dgm:pt>
  </dgm:ptLst>
  <dgm:cxnLst>
    <dgm:cxn modelId="{711DF214-2944-4C40-B4A6-FC63FF248581}" type="presOf" srcId="{A98FF10C-74AF-49D1-81AA-7C00A8BE28CB}" destId="{744A9DDE-DE55-4B9C-B517-4B314B82ABA3}" srcOrd="0" destOrd="0" presId="urn:microsoft.com/office/officeart/2005/8/layout/orgChart1"/>
    <dgm:cxn modelId="{35C2FC17-22A0-413A-8C6F-D58EF179E23E}" type="presOf" srcId="{C31B81F1-5B79-4ACD-B329-9F76F283A346}" destId="{19EF5225-D7F2-49BD-A7AF-6F0EA762D481}" srcOrd="0" destOrd="0" presId="urn:microsoft.com/office/officeart/2005/8/layout/orgChart1"/>
    <dgm:cxn modelId="{15D9CA23-5850-4DDB-B7F8-09F419083D63}" srcId="{2B5C27ED-8246-4CD8-A191-3B4F091E0C07}" destId="{1CD0DC4B-5C9B-42A7-987E-B6DAB116C86D}" srcOrd="2" destOrd="0" parTransId="{7CB6D5A5-0721-4AC8-8177-A9D633692643}" sibTransId="{A86FECCA-D3C6-47E4-9DE3-E898BC8788F8}"/>
    <dgm:cxn modelId="{39F7F12E-0D9A-471F-AA4E-34EE8A6780D2}" type="presOf" srcId="{F9AE27DE-6815-4C30-B7EB-B495A70B491C}" destId="{166FE146-ED9C-479A-9800-66B515098AE8}" srcOrd="0" destOrd="0" presId="urn:microsoft.com/office/officeart/2005/8/layout/orgChart1"/>
    <dgm:cxn modelId="{02B0FB36-6403-489C-8F75-BAB3C736DC01}" type="presOf" srcId="{F3F9C21B-289C-493B-AF3C-82DA7B3E30AF}" destId="{AD75824B-906F-41EF-AFDE-932732A0ACA7}" srcOrd="0" destOrd="0" presId="urn:microsoft.com/office/officeart/2005/8/layout/orgChart1"/>
    <dgm:cxn modelId="{856C5262-21A7-406C-87B3-954A9B6819CC}" type="presOf" srcId="{7CB6D5A5-0721-4AC8-8177-A9D633692643}" destId="{F4A7510A-AD42-4AFB-A96D-5A5B2C7770A8}" srcOrd="0" destOrd="0" presId="urn:microsoft.com/office/officeart/2005/8/layout/orgChart1"/>
    <dgm:cxn modelId="{3269C162-C0A6-4AEE-B87F-1DD1EECAD5F2}" type="presOf" srcId="{2B5C27ED-8246-4CD8-A191-3B4F091E0C07}" destId="{A5217EE2-897A-488A-B54F-31FD2DE32C92}" srcOrd="0" destOrd="0" presId="urn:microsoft.com/office/officeart/2005/8/layout/orgChart1"/>
    <dgm:cxn modelId="{7D5E906A-1BF9-4BA1-8C5C-FF3B9C62D94D}" type="presOf" srcId="{1CD0DC4B-5C9B-42A7-987E-B6DAB116C86D}" destId="{C27A4607-5657-4282-A1EB-EC0FB4DBAA73}" srcOrd="1" destOrd="0" presId="urn:microsoft.com/office/officeart/2005/8/layout/orgChart1"/>
    <dgm:cxn modelId="{AE1D3375-5CF3-4C5F-B3B9-E79586CFCFE0}" type="presOf" srcId="{F3F9C21B-289C-493B-AF3C-82DA7B3E30AF}" destId="{F4E112A2-6059-4261-9581-F226C1CD83BF}" srcOrd="1" destOrd="0" presId="urn:microsoft.com/office/officeart/2005/8/layout/orgChart1"/>
    <dgm:cxn modelId="{A75A9E76-97AB-45C7-82E6-D07A85A62888}" type="presOf" srcId="{FB44FE50-BC0F-49CB-813D-88475DBD37DD}" destId="{3CEA01E4-3970-422B-B7FA-05032600895B}" srcOrd="0" destOrd="0" presId="urn:microsoft.com/office/officeart/2005/8/layout/orgChart1"/>
    <dgm:cxn modelId="{DDFE067E-FCCD-42A2-ACB1-5094DB7CA69F}" type="presOf" srcId="{D815A460-E2FF-49CE-8BE0-811139F9BAB2}" destId="{6C6A016A-1FCB-4EBF-A81E-D58D0BA8B9A8}" srcOrd="0" destOrd="0" presId="urn:microsoft.com/office/officeart/2005/8/layout/orgChart1"/>
    <dgm:cxn modelId="{6F714882-1E53-43E6-A474-9773962753B7}" type="presOf" srcId="{F9AE27DE-6815-4C30-B7EB-B495A70B491C}" destId="{4A87053C-B702-4AC6-9B8F-96566AE0BCA4}" srcOrd="1" destOrd="0" presId="urn:microsoft.com/office/officeart/2005/8/layout/orgChart1"/>
    <dgm:cxn modelId="{E704A68D-86DC-4854-9E35-DBE7830BF25D}" type="presOf" srcId="{2B5C27ED-8246-4CD8-A191-3B4F091E0C07}" destId="{4EC54DD4-1CD0-4698-8407-681F36215A74}" srcOrd="1" destOrd="0" presId="urn:microsoft.com/office/officeart/2005/8/layout/orgChart1"/>
    <dgm:cxn modelId="{8D6F3DA0-9436-456B-8DF5-367EF3BE8CA9}" srcId="{2B5C27ED-8246-4CD8-A191-3B4F091E0C07}" destId="{F9AE27DE-6815-4C30-B7EB-B495A70B491C}" srcOrd="0" destOrd="0" parTransId="{BD0F6934-5A09-419E-AD49-0DB062476073}" sibTransId="{E1324B1D-414F-4CB1-B97A-82C4A56C642F}"/>
    <dgm:cxn modelId="{B65F78A5-F03A-4EAD-8B7E-D4B7DB50D854}" type="presOf" srcId="{C31B81F1-5B79-4ACD-B329-9F76F283A346}" destId="{32BEC0A7-535F-4AC7-A224-7AE88913991C}" srcOrd="1" destOrd="0" presId="urn:microsoft.com/office/officeart/2005/8/layout/orgChart1"/>
    <dgm:cxn modelId="{4CB70CA8-E2A3-4894-8027-29624A7696B4}" type="presOf" srcId="{616E74E9-0DC8-47BD-BD19-FD304EE1BB51}" destId="{8B33C036-2F47-4404-9FB6-44CC0C5C23A8}" srcOrd="0" destOrd="0" presId="urn:microsoft.com/office/officeart/2005/8/layout/orgChart1"/>
    <dgm:cxn modelId="{2F62AFB2-FD12-45A8-B5E1-7A8C2A2E7A54}" srcId="{2B5C27ED-8246-4CD8-A191-3B4F091E0C07}" destId="{F3F9C21B-289C-493B-AF3C-82DA7B3E30AF}" srcOrd="1" destOrd="0" parTransId="{6C6A248A-41D9-40F2-8232-1DEF85864023}" sibTransId="{9092C869-59D4-4561-81C1-65C11D129123}"/>
    <dgm:cxn modelId="{10C1A6BD-3879-4BA3-BF7F-DA3D8E5F546A}" type="presOf" srcId="{6C6A248A-41D9-40F2-8232-1DEF85864023}" destId="{87F92737-4448-484D-AB99-086C9AA7E374}" srcOrd="0" destOrd="0" presId="urn:microsoft.com/office/officeart/2005/8/layout/orgChart1"/>
    <dgm:cxn modelId="{D3B8FDBE-C959-4C10-8EFC-0DEB6740AC99}" type="presOf" srcId="{D815A460-E2FF-49CE-8BE0-811139F9BAB2}" destId="{2EEEB4D8-A991-4547-AFD8-3C5E4F86B518}" srcOrd="1" destOrd="0" presId="urn:microsoft.com/office/officeart/2005/8/layout/orgChart1"/>
    <dgm:cxn modelId="{BF2EDFBF-B1CA-4ADF-932B-30929179E61F}" srcId="{2B5C27ED-8246-4CD8-A191-3B4F091E0C07}" destId="{C31B81F1-5B79-4ACD-B329-9F76F283A346}" srcOrd="4" destOrd="0" parTransId="{A98FF10C-74AF-49D1-81AA-7C00A8BE28CB}" sibTransId="{DF8BDD6F-63D4-4AC1-8F72-B1871E5BE762}"/>
    <dgm:cxn modelId="{EB9E5DD7-832F-44E2-BA27-8A18274BC06F}" type="presOf" srcId="{BD0F6934-5A09-419E-AD49-0DB062476073}" destId="{2204B81F-B1DF-4B5F-8BD3-B71F25A3DC6D}" srcOrd="0" destOrd="0" presId="urn:microsoft.com/office/officeart/2005/8/layout/orgChart1"/>
    <dgm:cxn modelId="{1F69A0EF-C8E7-4727-9764-E74CB821DAF1}" srcId="{616E74E9-0DC8-47BD-BD19-FD304EE1BB51}" destId="{2B5C27ED-8246-4CD8-A191-3B4F091E0C07}" srcOrd="0" destOrd="0" parTransId="{55BF5430-F4E7-433F-94B9-C511318B3E15}" sibTransId="{DDF5B920-51DC-4068-82E6-BE448D910295}"/>
    <dgm:cxn modelId="{5DF9C5FA-6E33-4D76-9F67-D5D05E2E1707}" srcId="{2B5C27ED-8246-4CD8-A191-3B4F091E0C07}" destId="{D815A460-E2FF-49CE-8BE0-811139F9BAB2}" srcOrd="3" destOrd="0" parTransId="{FB44FE50-BC0F-49CB-813D-88475DBD37DD}" sibTransId="{CC6B98E0-31BD-420C-A753-261B2CDB1093}"/>
    <dgm:cxn modelId="{1F8E2DFF-CD3B-4908-8E3E-1991105C6306}" type="presOf" srcId="{1CD0DC4B-5C9B-42A7-987E-B6DAB116C86D}" destId="{E64F627F-816B-47E5-A5F0-4BD67A0ED293}" srcOrd="0" destOrd="0" presId="urn:microsoft.com/office/officeart/2005/8/layout/orgChart1"/>
    <dgm:cxn modelId="{A29A8FA0-295B-46B9-9791-11E0966DED25}" type="presParOf" srcId="{8B33C036-2F47-4404-9FB6-44CC0C5C23A8}" destId="{1F7B589B-A941-4DFB-831D-89A1279C70BE}" srcOrd="0" destOrd="0" presId="urn:microsoft.com/office/officeart/2005/8/layout/orgChart1"/>
    <dgm:cxn modelId="{2DA8B485-DCBC-4A6A-9A7E-7951F7688841}" type="presParOf" srcId="{1F7B589B-A941-4DFB-831D-89A1279C70BE}" destId="{F13D87F0-99B1-432A-BFA3-D9F837B0BDFD}" srcOrd="0" destOrd="0" presId="urn:microsoft.com/office/officeart/2005/8/layout/orgChart1"/>
    <dgm:cxn modelId="{4D442FF1-36EB-4143-AB23-1B83658B008F}" type="presParOf" srcId="{F13D87F0-99B1-432A-BFA3-D9F837B0BDFD}" destId="{A5217EE2-897A-488A-B54F-31FD2DE32C92}" srcOrd="0" destOrd="0" presId="urn:microsoft.com/office/officeart/2005/8/layout/orgChart1"/>
    <dgm:cxn modelId="{75ABF52C-56FD-456C-8C50-EBCE5D573CFB}" type="presParOf" srcId="{F13D87F0-99B1-432A-BFA3-D9F837B0BDFD}" destId="{4EC54DD4-1CD0-4698-8407-681F36215A74}" srcOrd="1" destOrd="0" presId="urn:microsoft.com/office/officeart/2005/8/layout/orgChart1"/>
    <dgm:cxn modelId="{8BB431E6-7CA7-444B-8F5F-A0060F462350}" type="presParOf" srcId="{1F7B589B-A941-4DFB-831D-89A1279C70BE}" destId="{C166C14D-C475-400A-9EEC-DF2312368356}" srcOrd="1" destOrd="0" presId="urn:microsoft.com/office/officeart/2005/8/layout/orgChart1"/>
    <dgm:cxn modelId="{336744B5-EF67-456B-A4D9-63E6A0EFCD55}" type="presParOf" srcId="{C166C14D-C475-400A-9EEC-DF2312368356}" destId="{2204B81F-B1DF-4B5F-8BD3-B71F25A3DC6D}" srcOrd="0" destOrd="0" presId="urn:microsoft.com/office/officeart/2005/8/layout/orgChart1"/>
    <dgm:cxn modelId="{0C4F1372-0B80-455E-A882-954932062018}" type="presParOf" srcId="{C166C14D-C475-400A-9EEC-DF2312368356}" destId="{16BBD5B6-69A0-4F3B-BCFA-D17021C8F202}" srcOrd="1" destOrd="0" presId="urn:microsoft.com/office/officeart/2005/8/layout/orgChart1"/>
    <dgm:cxn modelId="{1BDA752A-0DCB-40AA-9555-9CADC2DFE03F}" type="presParOf" srcId="{16BBD5B6-69A0-4F3B-BCFA-D17021C8F202}" destId="{BCA1E332-08B6-4E7A-9782-41B98B85108B}" srcOrd="0" destOrd="0" presId="urn:microsoft.com/office/officeart/2005/8/layout/orgChart1"/>
    <dgm:cxn modelId="{E22F3473-BD0C-4A83-9705-82839BDEBAE2}" type="presParOf" srcId="{BCA1E332-08B6-4E7A-9782-41B98B85108B}" destId="{166FE146-ED9C-479A-9800-66B515098AE8}" srcOrd="0" destOrd="0" presId="urn:microsoft.com/office/officeart/2005/8/layout/orgChart1"/>
    <dgm:cxn modelId="{34155859-583B-427B-A2EF-925275AA4F33}" type="presParOf" srcId="{BCA1E332-08B6-4E7A-9782-41B98B85108B}" destId="{4A87053C-B702-4AC6-9B8F-96566AE0BCA4}" srcOrd="1" destOrd="0" presId="urn:microsoft.com/office/officeart/2005/8/layout/orgChart1"/>
    <dgm:cxn modelId="{43F3D34C-41AE-4530-8F69-19D073EBB94C}" type="presParOf" srcId="{16BBD5B6-69A0-4F3B-BCFA-D17021C8F202}" destId="{70AECA6E-823A-48F2-B921-5196E01C1005}" srcOrd="1" destOrd="0" presId="urn:microsoft.com/office/officeart/2005/8/layout/orgChart1"/>
    <dgm:cxn modelId="{51482ACE-3285-409C-8C95-01B8F4F78E3C}" type="presParOf" srcId="{16BBD5B6-69A0-4F3B-BCFA-D17021C8F202}" destId="{CD3BFAF4-D276-430D-808E-AAA461C5B0C9}" srcOrd="2" destOrd="0" presId="urn:microsoft.com/office/officeart/2005/8/layout/orgChart1"/>
    <dgm:cxn modelId="{F8E2A418-C036-4310-90C0-BDF26E823D2C}" type="presParOf" srcId="{C166C14D-C475-400A-9EEC-DF2312368356}" destId="{87F92737-4448-484D-AB99-086C9AA7E374}" srcOrd="2" destOrd="0" presId="urn:microsoft.com/office/officeart/2005/8/layout/orgChart1"/>
    <dgm:cxn modelId="{48B1B3ED-850A-4B92-AA6B-74F44166DB58}" type="presParOf" srcId="{C166C14D-C475-400A-9EEC-DF2312368356}" destId="{50A8EC3B-8DC9-4CAF-A843-B62604ED69C2}" srcOrd="3" destOrd="0" presId="urn:microsoft.com/office/officeart/2005/8/layout/orgChart1"/>
    <dgm:cxn modelId="{5416D2B3-2440-4F46-971C-6EF345861E34}" type="presParOf" srcId="{50A8EC3B-8DC9-4CAF-A843-B62604ED69C2}" destId="{7C37BCE1-34C6-4A77-8D3F-6005746858C5}" srcOrd="0" destOrd="0" presId="urn:microsoft.com/office/officeart/2005/8/layout/orgChart1"/>
    <dgm:cxn modelId="{A6C7F569-F2B7-4D1B-AF57-8975CA34A9A7}" type="presParOf" srcId="{7C37BCE1-34C6-4A77-8D3F-6005746858C5}" destId="{AD75824B-906F-41EF-AFDE-932732A0ACA7}" srcOrd="0" destOrd="0" presId="urn:microsoft.com/office/officeart/2005/8/layout/orgChart1"/>
    <dgm:cxn modelId="{0379EB76-3D5B-46E5-97FA-053FF158042E}" type="presParOf" srcId="{7C37BCE1-34C6-4A77-8D3F-6005746858C5}" destId="{F4E112A2-6059-4261-9581-F226C1CD83BF}" srcOrd="1" destOrd="0" presId="urn:microsoft.com/office/officeart/2005/8/layout/orgChart1"/>
    <dgm:cxn modelId="{C97F4599-8850-4857-AC35-B6944AF3518F}" type="presParOf" srcId="{50A8EC3B-8DC9-4CAF-A843-B62604ED69C2}" destId="{375FB2F7-82CA-4C32-B1B4-EE3535BABDFB}" srcOrd="1" destOrd="0" presId="urn:microsoft.com/office/officeart/2005/8/layout/orgChart1"/>
    <dgm:cxn modelId="{DC6C9B68-0ED4-43F1-9318-067098A89A3F}" type="presParOf" srcId="{50A8EC3B-8DC9-4CAF-A843-B62604ED69C2}" destId="{865A79BA-D955-48A2-B997-F68C4A525822}" srcOrd="2" destOrd="0" presId="urn:microsoft.com/office/officeart/2005/8/layout/orgChart1"/>
    <dgm:cxn modelId="{BD3F30DB-12EA-480E-B27B-29F08AF3201A}" type="presParOf" srcId="{C166C14D-C475-400A-9EEC-DF2312368356}" destId="{F4A7510A-AD42-4AFB-A96D-5A5B2C7770A8}" srcOrd="4" destOrd="0" presId="urn:microsoft.com/office/officeart/2005/8/layout/orgChart1"/>
    <dgm:cxn modelId="{180BB205-15D3-4E87-9D42-8014E4B0AD55}" type="presParOf" srcId="{C166C14D-C475-400A-9EEC-DF2312368356}" destId="{6E12EA11-30FA-4B32-ACC0-5610BED0B017}" srcOrd="5" destOrd="0" presId="urn:microsoft.com/office/officeart/2005/8/layout/orgChart1"/>
    <dgm:cxn modelId="{A0FF9930-5C1C-43CE-ABB5-A5845974D5CE}" type="presParOf" srcId="{6E12EA11-30FA-4B32-ACC0-5610BED0B017}" destId="{53A34F18-21B2-4C04-A6AA-A66AB4DA164E}" srcOrd="0" destOrd="0" presId="urn:microsoft.com/office/officeart/2005/8/layout/orgChart1"/>
    <dgm:cxn modelId="{85BF6155-EBED-4E1B-8162-F3B583AAA4B9}" type="presParOf" srcId="{53A34F18-21B2-4C04-A6AA-A66AB4DA164E}" destId="{E64F627F-816B-47E5-A5F0-4BD67A0ED293}" srcOrd="0" destOrd="0" presId="urn:microsoft.com/office/officeart/2005/8/layout/orgChart1"/>
    <dgm:cxn modelId="{416549D9-7CD4-469F-A284-5280C1E9AD47}" type="presParOf" srcId="{53A34F18-21B2-4C04-A6AA-A66AB4DA164E}" destId="{C27A4607-5657-4282-A1EB-EC0FB4DBAA73}" srcOrd="1" destOrd="0" presId="urn:microsoft.com/office/officeart/2005/8/layout/orgChart1"/>
    <dgm:cxn modelId="{299B50DB-0BB8-4630-B3B1-B7362256DF66}" type="presParOf" srcId="{6E12EA11-30FA-4B32-ACC0-5610BED0B017}" destId="{2DE90080-428D-4333-BFAA-F5A6C93D6E8B}" srcOrd="1" destOrd="0" presId="urn:microsoft.com/office/officeart/2005/8/layout/orgChart1"/>
    <dgm:cxn modelId="{19B090F9-7089-4D97-BD69-7272F6B64792}" type="presParOf" srcId="{6E12EA11-30FA-4B32-ACC0-5610BED0B017}" destId="{58ABC38B-602F-4DCC-B10E-8CC4843627B6}" srcOrd="2" destOrd="0" presId="urn:microsoft.com/office/officeart/2005/8/layout/orgChart1"/>
    <dgm:cxn modelId="{6113841B-17EA-4C15-9144-4659A9A74BC9}" type="presParOf" srcId="{C166C14D-C475-400A-9EEC-DF2312368356}" destId="{3CEA01E4-3970-422B-B7FA-05032600895B}" srcOrd="6" destOrd="0" presId="urn:microsoft.com/office/officeart/2005/8/layout/orgChart1"/>
    <dgm:cxn modelId="{46258415-22A0-4088-B41F-6B621E9E7300}" type="presParOf" srcId="{C166C14D-C475-400A-9EEC-DF2312368356}" destId="{76A723DD-5194-45C0-AA21-BF57BF037780}" srcOrd="7" destOrd="0" presId="urn:microsoft.com/office/officeart/2005/8/layout/orgChart1"/>
    <dgm:cxn modelId="{6B0B33C7-22BA-484F-8B5E-E12230A0A96A}" type="presParOf" srcId="{76A723DD-5194-45C0-AA21-BF57BF037780}" destId="{ADCA92D8-BC68-4676-A1E8-0BB5D9083174}" srcOrd="0" destOrd="0" presId="urn:microsoft.com/office/officeart/2005/8/layout/orgChart1"/>
    <dgm:cxn modelId="{CE10652F-04DB-4BF6-9934-69B6617D349B}" type="presParOf" srcId="{ADCA92D8-BC68-4676-A1E8-0BB5D9083174}" destId="{6C6A016A-1FCB-4EBF-A81E-D58D0BA8B9A8}" srcOrd="0" destOrd="0" presId="urn:microsoft.com/office/officeart/2005/8/layout/orgChart1"/>
    <dgm:cxn modelId="{D1FD2440-5B40-4FF4-B6E6-A6DBBE02CB94}" type="presParOf" srcId="{ADCA92D8-BC68-4676-A1E8-0BB5D9083174}" destId="{2EEEB4D8-A991-4547-AFD8-3C5E4F86B518}" srcOrd="1" destOrd="0" presId="urn:microsoft.com/office/officeart/2005/8/layout/orgChart1"/>
    <dgm:cxn modelId="{78E1CF0B-7742-40F8-A373-C3A80B34BEC4}" type="presParOf" srcId="{76A723DD-5194-45C0-AA21-BF57BF037780}" destId="{01C20E32-62C8-435A-98A3-5641B9157DCF}" srcOrd="1" destOrd="0" presId="urn:microsoft.com/office/officeart/2005/8/layout/orgChart1"/>
    <dgm:cxn modelId="{22BBFE9F-0237-4594-BFB3-C102986D0BD1}" type="presParOf" srcId="{76A723DD-5194-45C0-AA21-BF57BF037780}" destId="{E9D2650C-547A-4918-B398-EFB0A994B7FE}" srcOrd="2" destOrd="0" presId="urn:microsoft.com/office/officeart/2005/8/layout/orgChart1"/>
    <dgm:cxn modelId="{BDAB36D9-5D76-4F7D-B2E1-FA9C68FF4E63}" type="presParOf" srcId="{C166C14D-C475-400A-9EEC-DF2312368356}" destId="{744A9DDE-DE55-4B9C-B517-4B314B82ABA3}" srcOrd="8" destOrd="0" presId="urn:microsoft.com/office/officeart/2005/8/layout/orgChart1"/>
    <dgm:cxn modelId="{6B7787A9-7DD6-4743-AE27-A95EADB7A919}" type="presParOf" srcId="{C166C14D-C475-400A-9EEC-DF2312368356}" destId="{0BE60B59-9EA0-415A-943A-D4C57C534CD3}" srcOrd="9" destOrd="0" presId="urn:microsoft.com/office/officeart/2005/8/layout/orgChart1"/>
    <dgm:cxn modelId="{618EF03A-17A4-4E7D-949B-404C4B3A865F}" type="presParOf" srcId="{0BE60B59-9EA0-415A-943A-D4C57C534CD3}" destId="{B2C33850-FB38-4392-A1DA-E542E89E29B1}" srcOrd="0" destOrd="0" presId="urn:microsoft.com/office/officeart/2005/8/layout/orgChart1"/>
    <dgm:cxn modelId="{4A069C8E-0906-4627-98E3-BBF2BB9ACF6B}" type="presParOf" srcId="{B2C33850-FB38-4392-A1DA-E542E89E29B1}" destId="{19EF5225-D7F2-49BD-A7AF-6F0EA762D481}" srcOrd="0" destOrd="0" presId="urn:microsoft.com/office/officeart/2005/8/layout/orgChart1"/>
    <dgm:cxn modelId="{4ACB1DE5-BA84-4105-A74A-D621D59750FB}" type="presParOf" srcId="{B2C33850-FB38-4392-A1DA-E542E89E29B1}" destId="{32BEC0A7-535F-4AC7-A224-7AE88913991C}" srcOrd="1" destOrd="0" presId="urn:microsoft.com/office/officeart/2005/8/layout/orgChart1"/>
    <dgm:cxn modelId="{9D2F873C-D2B1-4560-977B-F79990C35733}" type="presParOf" srcId="{0BE60B59-9EA0-415A-943A-D4C57C534CD3}" destId="{D9FE6666-4C0A-4209-B5B1-1623E0678148}" srcOrd="1" destOrd="0" presId="urn:microsoft.com/office/officeart/2005/8/layout/orgChart1"/>
    <dgm:cxn modelId="{4B550A66-09E6-4142-A041-11A84FB6934C}" type="presParOf" srcId="{0BE60B59-9EA0-415A-943A-D4C57C534CD3}" destId="{E8D07107-1DE5-428B-9639-811FB8F2305D}" srcOrd="2" destOrd="0" presId="urn:microsoft.com/office/officeart/2005/8/layout/orgChart1"/>
    <dgm:cxn modelId="{A352AF06-740E-41D4-9E0A-57E1DA13484A}" type="presParOf" srcId="{1F7B589B-A941-4DFB-831D-89A1279C70BE}" destId="{1BF5FBCA-B0BC-429E-AFA3-D7803DD043B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A7BF67-B975-4BD0-B930-095E12CFF0EA}">
      <dsp:nvSpPr>
        <dsp:cNvPr id="0" name=""/>
        <dsp:cNvSpPr/>
      </dsp:nvSpPr>
      <dsp:spPr>
        <a:xfrm rot="5400000">
          <a:off x="-550796" y="1108666"/>
          <a:ext cx="1243791" cy="132051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2A3C4E-A32C-4767-A68B-7156B09E0C52}">
      <dsp:nvSpPr>
        <dsp:cNvPr id="0" name=""/>
        <dsp:cNvSpPr/>
      </dsp:nvSpPr>
      <dsp:spPr>
        <a:xfrm>
          <a:off x="5074" y="1796588"/>
          <a:ext cx="1650645" cy="414597"/>
        </a:xfrm>
        <a:prstGeom prst="homePlate">
          <a:avLst>
            <a:gd name="adj" fmla="val 25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165100" rIns="82550" bIns="16510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2018</a:t>
          </a:r>
        </a:p>
      </dsp:txBody>
      <dsp:txXfrm>
        <a:off x="5074" y="1796588"/>
        <a:ext cx="1598820" cy="414597"/>
      </dsp:txXfrm>
    </dsp:sp>
    <dsp:sp modelId="{3E33AC24-DE30-4076-9423-36C41A86CE6B}">
      <dsp:nvSpPr>
        <dsp:cNvPr id="0" name=""/>
        <dsp:cNvSpPr/>
      </dsp:nvSpPr>
      <dsp:spPr>
        <a:xfrm>
          <a:off x="137125" y="632027"/>
          <a:ext cx="1340324" cy="856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Release 15 – 5G (NR)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Viši frekvencijski opsezi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podrška eMBB, URLLC, mMTC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Arhitektura: SBA+modularni RAN</a:t>
          </a:r>
        </a:p>
      </dsp:txBody>
      <dsp:txXfrm>
        <a:off x="137125" y="632027"/>
        <a:ext cx="1340324" cy="856657"/>
      </dsp:txXfrm>
    </dsp:sp>
    <dsp:sp modelId="{926337E1-4527-47B3-BD90-884BABBEC8CA}">
      <dsp:nvSpPr>
        <dsp:cNvPr id="0" name=""/>
        <dsp:cNvSpPr/>
      </dsp:nvSpPr>
      <dsp:spPr>
        <a:xfrm rot="5400000">
          <a:off x="1033823" y="1108666"/>
          <a:ext cx="1243791" cy="132051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75FE65-7C81-49E8-B875-330C0C2707DB}">
      <dsp:nvSpPr>
        <dsp:cNvPr id="0" name=""/>
        <dsp:cNvSpPr/>
      </dsp:nvSpPr>
      <dsp:spPr>
        <a:xfrm>
          <a:off x="1589694" y="1796588"/>
          <a:ext cx="1650645" cy="414597"/>
        </a:xfrm>
        <a:prstGeom prst="chevron">
          <a:avLst>
            <a:gd name="adj" fmla="val 25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165100" rIns="82550" bIns="16510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2022</a:t>
          </a:r>
        </a:p>
      </dsp:txBody>
      <dsp:txXfrm>
        <a:off x="1693343" y="1796588"/>
        <a:ext cx="1443347" cy="414597"/>
      </dsp:txXfrm>
    </dsp:sp>
    <dsp:sp modelId="{D860E4DE-D60C-4A38-9D9B-7E17CD92038F}">
      <dsp:nvSpPr>
        <dsp:cNvPr id="0" name=""/>
        <dsp:cNvSpPr/>
      </dsp:nvSpPr>
      <dsp:spPr>
        <a:xfrm>
          <a:off x="1721745" y="632027"/>
          <a:ext cx="1340324" cy="856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Release 17 – NTN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Prva sistemska integracija satelitskih i terestrijalnih mreža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Transparentni payload</a:t>
          </a:r>
        </a:p>
      </dsp:txBody>
      <dsp:txXfrm>
        <a:off x="1721745" y="632027"/>
        <a:ext cx="1340324" cy="856657"/>
      </dsp:txXfrm>
    </dsp:sp>
    <dsp:sp modelId="{8790914E-DBDC-4425-9669-EC9F75FA93CF}">
      <dsp:nvSpPr>
        <dsp:cNvPr id="0" name=""/>
        <dsp:cNvSpPr/>
      </dsp:nvSpPr>
      <dsp:spPr>
        <a:xfrm rot="5400000">
          <a:off x="2618443" y="1108666"/>
          <a:ext cx="1243791" cy="132051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DDC789-186A-4E22-A847-205A29D5ACF3}">
      <dsp:nvSpPr>
        <dsp:cNvPr id="0" name=""/>
        <dsp:cNvSpPr/>
      </dsp:nvSpPr>
      <dsp:spPr>
        <a:xfrm>
          <a:off x="3174314" y="1796588"/>
          <a:ext cx="1650645" cy="414597"/>
        </a:xfrm>
        <a:prstGeom prst="chevron">
          <a:avLst>
            <a:gd name="adj" fmla="val 25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165100" rIns="82550" bIns="16510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2024</a:t>
          </a:r>
        </a:p>
      </dsp:txBody>
      <dsp:txXfrm>
        <a:off x="3277963" y="1796588"/>
        <a:ext cx="1443347" cy="414597"/>
      </dsp:txXfrm>
    </dsp:sp>
    <dsp:sp modelId="{6270D136-7B59-41AE-A759-63A338ADC1E8}">
      <dsp:nvSpPr>
        <dsp:cNvPr id="0" name=""/>
        <dsp:cNvSpPr/>
      </dsp:nvSpPr>
      <dsp:spPr>
        <a:xfrm>
          <a:off x="3306365" y="632027"/>
          <a:ext cx="1340324" cy="856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Release 18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eMBB enchancement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FR2 za satelitske komunikacije – Ka-band</a:t>
          </a:r>
        </a:p>
      </dsp:txBody>
      <dsp:txXfrm>
        <a:off x="3306365" y="632027"/>
        <a:ext cx="1340324" cy="856657"/>
      </dsp:txXfrm>
    </dsp:sp>
    <dsp:sp modelId="{B2A2D055-B5BB-46A6-86BD-BC2B7C4A4F48}">
      <dsp:nvSpPr>
        <dsp:cNvPr id="0" name=""/>
        <dsp:cNvSpPr/>
      </dsp:nvSpPr>
      <dsp:spPr>
        <a:xfrm rot="5400000">
          <a:off x="4203063" y="1108666"/>
          <a:ext cx="1243791" cy="132051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A7D86F-4A5C-40C3-9FA1-9F73F0749925}">
      <dsp:nvSpPr>
        <dsp:cNvPr id="0" name=""/>
        <dsp:cNvSpPr/>
      </dsp:nvSpPr>
      <dsp:spPr>
        <a:xfrm>
          <a:off x="4758934" y="1796588"/>
          <a:ext cx="1650645" cy="414597"/>
        </a:xfrm>
        <a:prstGeom prst="chevron">
          <a:avLst>
            <a:gd name="adj" fmla="val 25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165100" rIns="82550" bIns="16510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2025</a:t>
          </a:r>
        </a:p>
      </dsp:txBody>
      <dsp:txXfrm>
        <a:off x="4862583" y="1796588"/>
        <a:ext cx="1443347" cy="414597"/>
      </dsp:txXfrm>
    </dsp:sp>
    <dsp:sp modelId="{D7AD86AA-B484-4936-9246-3207E7CAAA13}">
      <dsp:nvSpPr>
        <dsp:cNvPr id="0" name=""/>
        <dsp:cNvSpPr/>
      </dsp:nvSpPr>
      <dsp:spPr>
        <a:xfrm>
          <a:off x="4890985" y="632027"/>
          <a:ext cx="1340324" cy="856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Release 19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 err="1"/>
            <a:t>Regenerativni</a:t>
          </a:r>
          <a:r>
            <a:rPr lang="en-US" sz="900" kern="1200" dirty="0"/>
            <a:t> payload</a:t>
          </a:r>
        </a:p>
      </dsp:txBody>
      <dsp:txXfrm>
        <a:off x="4890985" y="632027"/>
        <a:ext cx="1340324" cy="8566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775360-8CBD-4AF2-A5CC-A87DB3C0345C}">
      <dsp:nvSpPr>
        <dsp:cNvPr id="0" name=""/>
        <dsp:cNvSpPr/>
      </dsp:nvSpPr>
      <dsp:spPr>
        <a:xfrm>
          <a:off x="0" y="248677"/>
          <a:ext cx="5812061" cy="567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1081" tIns="208280" rIns="451081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sr-Latn-RS" sz="1000" kern="1200" noProof="0" dirty="0"/>
            <a:t>Ekonomska neisplativost razvoja terestrijalne infrastrukture u udaljenim i slabo razvijenim regijama</a:t>
          </a:r>
        </a:p>
      </dsp:txBody>
      <dsp:txXfrm>
        <a:off x="0" y="248677"/>
        <a:ext cx="5812061" cy="567000"/>
      </dsp:txXfrm>
    </dsp:sp>
    <dsp:sp modelId="{83AD9DA6-6F14-4C19-9B69-F838F1483552}">
      <dsp:nvSpPr>
        <dsp:cNvPr id="0" name=""/>
        <dsp:cNvSpPr/>
      </dsp:nvSpPr>
      <dsp:spPr>
        <a:xfrm>
          <a:off x="290603" y="101076"/>
          <a:ext cx="4068442" cy="29520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777" tIns="0" rIns="153777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1000" b="0" kern="1200" cap="none" spc="0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Ograničena geografska pokrivenost </a:t>
          </a:r>
        </a:p>
      </dsp:txBody>
      <dsp:txXfrm>
        <a:off x="305013" y="115486"/>
        <a:ext cx="4039622" cy="266380"/>
      </dsp:txXfrm>
    </dsp:sp>
    <dsp:sp modelId="{DB90062B-6302-40D2-8A1A-C8DFFD4B8AAF}">
      <dsp:nvSpPr>
        <dsp:cNvPr id="0" name=""/>
        <dsp:cNvSpPr/>
      </dsp:nvSpPr>
      <dsp:spPr>
        <a:xfrm>
          <a:off x="0" y="1017277"/>
          <a:ext cx="5812061" cy="58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1081" tIns="208280" rIns="451081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sr-Latn-RS" sz="1000" kern="1200" noProof="0" dirty="0"/>
            <a:t> Zagušenja mreže usled velikog broja korisnika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sr-Latn-RS" sz="1000" kern="1200" noProof="0" dirty="0"/>
            <a:t>Interferencija između ćelija. </a:t>
          </a:r>
        </a:p>
      </dsp:txBody>
      <dsp:txXfrm>
        <a:off x="0" y="1017277"/>
        <a:ext cx="5812061" cy="582750"/>
      </dsp:txXfrm>
    </dsp:sp>
    <dsp:sp modelId="{2AA5E1D1-B472-469C-B420-5330177B7391}">
      <dsp:nvSpPr>
        <dsp:cNvPr id="0" name=""/>
        <dsp:cNvSpPr/>
      </dsp:nvSpPr>
      <dsp:spPr>
        <a:xfrm>
          <a:off x="290603" y="869677"/>
          <a:ext cx="4068442" cy="29520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777" tIns="0" rIns="153777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1000" b="0" kern="1200" cap="none" spc="0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Ograničen kapacitet u urbanim sredinama</a:t>
          </a:r>
        </a:p>
      </dsp:txBody>
      <dsp:txXfrm>
        <a:off x="305013" y="884087"/>
        <a:ext cx="4039622" cy="266380"/>
      </dsp:txXfrm>
    </dsp:sp>
    <dsp:sp modelId="{1091E65A-7D47-4580-BD66-9421A78F4022}">
      <dsp:nvSpPr>
        <dsp:cNvPr id="0" name=""/>
        <dsp:cNvSpPr/>
      </dsp:nvSpPr>
      <dsp:spPr>
        <a:xfrm>
          <a:off x="0" y="1801627"/>
          <a:ext cx="5812061" cy="417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1081" tIns="208280" rIns="451081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sr-Latn-RS" sz="1000" kern="1200" noProof="0" dirty="0"/>
            <a:t>Fizička oštećenja optičkih kablova i baznih stanica dovode do prekida komunikacije</a:t>
          </a:r>
        </a:p>
      </dsp:txBody>
      <dsp:txXfrm>
        <a:off x="0" y="1801627"/>
        <a:ext cx="5812061" cy="417375"/>
      </dsp:txXfrm>
    </dsp:sp>
    <dsp:sp modelId="{DACF22E0-230B-40FF-B33F-D07881A43C21}">
      <dsp:nvSpPr>
        <dsp:cNvPr id="0" name=""/>
        <dsp:cNvSpPr/>
      </dsp:nvSpPr>
      <dsp:spPr>
        <a:xfrm>
          <a:off x="290603" y="1654027"/>
          <a:ext cx="4068442" cy="29520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777" tIns="0" rIns="153777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1000" b="0" kern="1200" cap="none" spc="0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Osetljivost na prirodne katastrofe </a:t>
          </a:r>
        </a:p>
      </dsp:txBody>
      <dsp:txXfrm>
        <a:off x="305013" y="1668437"/>
        <a:ext cx="4039622" cy="266380"/>
      </dsp:txXfrm>
    </dsp:sp>
    <dsp:sp modelId="{AFA5FB0B-8B2D-4D64-ADA7-3481DC84E6EE}">
      <dsp:nvSpPr>
        <dsp:cNvPr id="0" name=""/>
        <dsp:cNvSpPr/>
      </dsp:nvSpPr>
      <dsp:spPr>
        <a:xfrm>
          <a:off x="0" y="2420602"/>
          <a:ext cx="5812061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5CB200-C269-4B34-B484-475A327A28A9}">
      <dsp:nvSpPr>
        <dsp:cNvPr id="0" name=""/>
        <dsp:cNvSpPr/>
      </dsp:nvSpPr>
      <dsp:spPr>
        <a:xfrm>
          <a:off x="281175" y="2254147"/>
          <a:ext cx="4068442" cy="29520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777" tIns="0" rIns="153777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1000" b="0" kern="1200" cap="none" spc="0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Rastući zahtevi heterogenih servisa i veliki broj korisnika</a:t>
          </a:r>
        </a:p>
      </dsp:txBody>
      <dsp:txXfrm>
        <a:off x="295585" y="2268557"/>
        <a:ext cx="4039622" cy="2663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43F38F-5149-4BFC-A9D4-8CDABDDFA6B0}">
      <dsp:nvSpPr>
        <dsp:cNvPr id="0" name=""/>
        <dsp:cNvSpPr/>
      </dsp:nvSpPr>
      <dsp:spPr>
        <a:xfrm>
          <a:off x="0" y="31355"/>
          <a:ext cx="5345215" cy="547560"/>
        </a:xfrm>
        <a:prstGeom prst="roundRect">
          <a:avLst/>
        </a:prstGeom>
        <a:solidFill>
          <a:srgbClr val="75010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1400" b="1" kern="1200" dirty="0"/>
            <a:t>Mala razlika između RSRP vrednosti dva susedna snopa </a:t>
          </a:r>
          <a:r>
            <a:rPr lang="sr-Latn-RS" sz="1400" kern="1200" dirty="0"/>
            <a:t>→ </a:t>
          </a:r>
          <a:r>
            <a:rPr lang="sr-Latn-RS" sz="1400" b="1" i="1" kern="1200" dirty="0"/>
            <a:t>ping-pong efekat -&gt; signalizaciono opterećenje</a:t>
          </a:r>
          <a:endParaRPr lang="en-US" sz="1400" kern="1200" dirty="0"/>
        </a:p>
      </dsp:txBody>
      <dsp:txXfrm>
        <a:off x="26730" y="58085"/>
        <a:ext cx="5291755" cy="494100"/>
      </dsp:txXfrm>
    </dsp:sp>
    <dsp:sp modelId="{25E2B430-208A-406C-AD9F-8A5C9103AA9E}">
      <dsp:nvSpPr>
        <dsp:cNvPr id="0" name=""/>
        <dsp:cNvSpPr/>
      </dsp:nvSpPr>
      <dsp:spPr>
        <a:xfrm>
          <a:off x="0" y="653795"/>
          <a:ext cx="5345215" cy="547560"/>
        </a:xfrm>
        <a:prstGeom prst="roundRect">
          <a:avLst/>
        </a:prstGeom>
        <a:solidFill>
          <a:srgbClr val="75010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1400" b="1" kern="1200"/>
            <a:t>Visok nivo DL interferencije → loš DL SINR</a:t>
          </a:r>
          <a:endParaRPr lang="en-US" sz="1400" kern="1200"/>
        </a:p>
      </dsp:txBody>
      <dsp:txXfrm>
        <a:off x="26730" y="680525"/>
        <a:ext cx="5291755" cy="494100"/>
      </dsp:txXfrm>
    </dsp:sp>
    <dsp:sp modelId="{D52A0547-A7DA-4C15-8661-A0146847680B}">
      <dsp:nvSpPr>
        <dsp:cNvPr id="0" name=""/>
        <dsp:cNvSpPr/>
      </dsp:nvSpPr>
      <dsp:spPr>
        <a:xfrm>
          <a:off x="0" y="1201355"/>
          <a:ext cx="5345215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711" tIns="13970" rIns="78232" bIns="1397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sr-Latn-RS" sz="1100" b="1" kern="1200"/>
            <a:t>Kada više ćelija koristi iste frekvencijske resurse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sr-Latn-RS" sz="1100" b="1" kern="1200"/>
            <a:t>Poboljšanje DL SINR povećanje broja neželjenih handover događaja.</a:t>
          </a:r>
          <a:endParaRPr lang="en-US" sz="1100" kern="1200"/>
        </a:p>
      </dsp:txBody>
      <dsp:txXfrm>
        <a:off x="0" y="1201355"/>
        <a:ext cx="5345215" cy="430560"/>
      </dsp:txXfrm>
    </dsp:sp>
    <dsp:sp modelId="{BC407582-2010-4BFA-8F18-A731CD0C15C0}">
      <dsp:nvSpPr>
        <dsp:cNvPr id="0" name=""/>
        <dsp:cNvSpPr/>
      </dsp:nvSpPr>
      <dsp:spPr>
        <a:xfrm>
          <a:off x="0" y="1631915"/>
          <a:ext cx="5345215" cy="547560"/>
        </a:xfrm>
        <a:prstGeom prst="roundRect">
          <a:avLst/>
        </a:prstGeom>
        <a:solidFill>
          <a:srgbClr val="75010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1400" b="1" kern="1200"/>
            <a:t>Brze promene relativnog položaja satelita i geometrije orbite, kao i kretanje korisnika</a:t>
          </a:r>
          <a:endParaRPr lang="en-US" sz="1400" kern="1200"/>
        </a:p>
      </dsp:txBody>
      <dsp:txXfrm>
        <a:off x="26730" y="1658645"/>
        <a:ext cx="5291755" cy="494100"/>
      </dsp:txXfrm>
    </dsp:sp>
    <dsp:sp modelId="{DF000470-A8A9-48EA-A75C-D1F68762E310}">
      <dsp:nvSpPr>
        <dsp:cNvPr id="0" name=""/>
        <dsp:cNvSpPr/>
      </dsp:nvSpPr>
      <dsp:spPr>
        <a:xfrm>
          <a:off x="0" y="2179475"/>
          <a:ext cx="5345215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711" tIns="13970" rIns="78232" bIns="1397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sr-Latn-RS" sz="1100" b="1" kern="1200"/>
            <a:t>Zastarevanje informacija o stanju u kanalu već tokom procesa signalizacije</a:t>
          </a:r>
          <a:endParaRPr lang="en-US" sz="1100" kern="1200"/>
        </a:p>
      </dsp:txBody>
      <dsp:txXfrm>
        <a:off x="0" y="2179475"/>
        <a:ext cx="5345215" cy="430560"/>
      </dsp:txXfrm>
    </dsp:sp>
    <dsp:sp modelId="{F5DE6491-15B4-4FB2-8959-00F3E85803A3}">
      <dsp:nvSpPr>
        <dsp:cNvPr id="0" name=""/>
        <dsp:cNvSpPr/>
      </dsp:nvSpPr>
      <dsp:spPr>
        <a:xfrm>
          <a:off x="0" y="2610035"/>
          <a:ext cx="5345215" cy="547560"/>
        </a:xfrm>
        <a:prstGeom prst="roundRect">
          <a:avLst/>
        </a:prstGeom>
        <a:solidFill>
          <a:srgbClr val="75010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1400" b="1" kern="1200"/>
            <a:t>Doplerov pomeraj</a:t>
          </a:r>
          <a:endParaRPr lang="en-US" sz="1400" kern="1200"/>
        </a:p>
      </dsp:txBody>
      <dsp:txXfrm>
        <a:off x="26730" y="2636765"/>
        <a:ext cx="5291755" cy="494100"/>
      </dsp:txXfrm>
    </dsp:sp>
    <dsp:sp modelId="{C0DA9A58-00D7-4156-B58E-BEA2487A6131}">
      <dsp:nvSpPr>
        <dsp:cNvPr id="0" name=""/>
        <dsp:cNvSpPr/>
      </dsp:nvSpPr>
      <dsp:spPr>
        <a:xfrm>
          <a:off x="0" y="3157595"/>
          <a:ext cx="5345215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711" tIns="13970" rIns="78232" bIns="1397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sr-Latn-RS" sz="1100" b="1" kern="1200"/>
            <a:t>Greške u sinhronizaciji – merenja UE mogu da osciluju i odluke mogu biti lošije</a:t>
          </a:r>
          <a:endParaRPr lang="en-US" sz="1100" kern="1200"/>
        </a:p>
      </dsp:txBody>
      <dsp:txXfrm>
        <a:off x="0" y="3157595"/>
        <a:ext cx="5345215" cy="430560"/>
      </dsp:txXfrm>
    </dsp:sp>
    <dsp:sp modelId="{AAA6EA1C-2335-4DB9-B5F2-B56300E419CC}">
      <dsp:nvSpPr>
        <dsp:cNvPr id="0" name=""/>
        <dsp:cNvSpPr/>
      </dsp:nvSpPr>
      <dsp:spPr>
        <a:xfrm>
          <a:off x="0" y="3588155"/>
          <a:ext cx="5345215" cy="547560"/>
        </a:xfrm>
        <a:prstGeom prst="roundRect">
          <a:avLst/>
        </a:prstGeom>
        <a:solidFill>
          <a:srgbClr val="75010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1400" b="1" kern="1200"/>
            <a:t>Problem paging-a zbog pokretnih oblasti pokrivanja – opterećenje kontrolne ravni</a:t>
          </a:r>
          <a:endParaRPr lang="en-US" sz="1400" kern="1200"/>
        </a:p>
      </dsp:txBody>
      <dsp:txXfrm>
        <a:off x="26730" y="3614885"/>
        <a:ext cx="5291755" cy="494100"/>
      </dsp:txXfrm>
    </dsp:sp>
    <dsp:sp modelId="{05DA45A2-CCFB-4E3B-87E7-DEAA804BFAA8}">
      <dsp:nvSpPr>
        <dsp:cNvPr id="0" name=""/>
        <dsp:cNvSpPr/>
      </dsp:nvSpPr>
      <dsp:spPr>
        <a:xfrm>
          <a:off x="0" y="4135715"/>
          <a:ext cx="5345215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711" tIns="13970" rIns="78232" bIns="1397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sr-Latn-RS" sz="1100" b="1" kern="1200"/>
            <a:t>češće Tracking area update procedure za pokretne oblasti pokrivanja</a:t>
          </a:r>
          <a:endParaRPr lang="en-US" sz="1100" kern="1200"/>
        </a:p>
      </dsp:txBody>
      <dsp:txXfrm>
        <a:off x="0" y="4135715"/>
        <a:ext cx="5345215" cy="4305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A9DDE-DE55-4B9C-B517-4B314B82ABA3}">
      <dsp:nvSpPr>
        <dsp:cNvPr id="0" name=""/>
        <dsp:cNvSpPr/>
      </dsp:nvSpPr>
      <dsp:spPr>
        <a:xfrm>
          <a:off x="2926079" y="1187460"/>
          <a:ext cx="2424624" cy="2104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200"/>
              </a:lnTo>
              <a:lnTo>
                <a:pt x="2424624" y="105200"/>
              </a:lnTo>
              <a:lnTo>
                <a:pt x="2424624" y="210401"/>
              </a:lnTo>
            </a:path>
          </a:pathLst>
        </a:custGeom>
        <a:noFill/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EA01E4-3970-422B-B7FA-05032600895B}">
      <dsp:nvSpPr>
        <dsp:cNvPr id="0" name=""/>
        <dsp:cNvSpPr/>
      </dsp:nvSpPr>
      <dsp:spPr>
        <a:xfrm>
          <a:off x="2926079" y="1187460"/>
          <a:ext cx="1212312" cy="2104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200"/>
              </a:lnTo>
              <a:lnTo>
                <a:pt x="1212312" y="105200"/>
              </a:lnTo>
              <a:lnTo>
                <a:pt x="1212312" y="210401"/>
              </a:lnTo>
            </a:path>
          </a:pathLst>
        </a:custGeom>
        <a:noFill/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A7510A-AD42-4AFB-A96D-5A5B2C7770A8}">
      <dsp:nvSpPr>
        <dsp:cNvPr id="0" name=""/>
        <dsp:cNvSpPr/>
      </dsp:nvSpPr>
      <dsp:spPr>
        <a:xfrm>
          <a:off x="2880359" y="1187460"/>
          <a:ext cx="91440" cy="21040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040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F92737-4448-484D-AB99-086C9AA7E374}">
      <dsp:nvSpPr>
        <dsp:cNvPr id="0" name=""/>
        <dsp:cNvSpPr/>
      </dsp:nvSpPr>
      <dsp:spPr>
        <a:xfrm>
          <a:off x="1713767" y="1187460"/>
          <a:ext cx="1212312" cy="210401"/>
        </a:xfrm>
        <a:custGeom>
          <a:avLst/>
          <a:gdLst/>
          <a:ahLst/>
          <a:cxnLst/>
          <a:rect l="0" t="0" r="0" b="0"/>
          <a:pathLst>
            <a:path>
              <a:moveTo>
                <a:pt x="1212312" y="0"/>
              </a:moveTo>
              <a:lnTo>
                <a:pt x="1212312" y="105200"/>
              </a:lnTo>
              <a:lnTo>
                <a:pt x="0" y="105200"/>
              </a:lnTo>
              <a:lnTo>
                <a:pt x="0" y="210401"/>
              </a:lnTo>
            </a:path>
          </a:pathLst>
        </a:custGeom>
        <a:noFill/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04B81F-B1DF-4B5F-8BD3-B71F25A3DC6D}">
      <dsp:nvSpPr>
        <dsp:cNvPr id="0" name=""/>
        <dsp:cNvSpPr/>
      </dsp:nvSpPr>
      <dsp:spPr>
        <a:xfrm>
          <a:off x="501455" y="1187460"/>
          <a:ext cx="2424624" cy="210401"/>
        </a:xfrm>
        <a:custGeom>
          <a:avLst/>
          <a:gdLst/>
          <a:ahLst/>
          <a:cxnLst/>
          <a:rect l="0" t="0" r="0" b="0"/>
          <a:pathLst>
            <a:path>
              <a:moveTo>
                <a:pt x="2424624" y="0"/>
              </a:moveTo>
              <a:lnTo>
                <a:pt x="2424624" y="105200"/>
              </a:lnTo>
              <a:lnTo>
                <a:pt x="0" y="105200"/>
              </a:lnTo>
              <a:lnTo>
                <a:pt x="0" y="210401"/>
              </a:lnTo>
            </a:path>
          </a:pathLst>
        </a:custGeom>
        <a:noFill/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217EE2-897A-488A-B54F-31FD2DE32C92}">
      <dsp:nvSpPr>
        <dsp:cNvPr id="0" name=""/>
        <dsp:cNvSpPr/>
      </dsp:nvSpPr>
      <dsp:spPr>
        <a:xfrm>
          <a:off x="1665821" y="686505"/>
          <a:ext cx="2520516" cy="500955"/>
        </a:xfrm>
        <a:prstGeom prst="rect">
          <a:avLst/>
        </a:prstGeom>
        <a:solidFill>
          <a:schemeClr val="tx2">
            <a:lumMod val="75000"/>
            <a:lumOff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1600" kern="1200" dirty="0"/>
            <a:t>Nove tehnologije:</a:t>
          </a:r>
          <a:endParaRPr lang="en-US" sz="1600" kern="1200" dirty="0"/>
        </a:p>
      </dsp:txBody>
      <dsp:txXfrm>
        <a:off x="1665821" y="686505"/>
        <a:ext cx="2520516" cy="500955"/>
      </dsp:txXfrm>
    </dsp:sp>
    <dsp:sp modelId="{166FE146-ED9C-479A-9800-66B515098AE8}">
      <dsp:nvSpPr>
        <dsp:cNvPr id="0" name=""/>
        <dsp:cNvSpPr/>
      </dsp:nvSpPr>
      <dsp:spPr>
        <a:xfrm>
          <a:off x="500" y="1397862"/>
          <a:ext cx="1001910" cy="500955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1100" kern="1200" dirty="0"/>
            <a:t>HTC – izuzetno velike brzine i  širine kanala</a:t>
          </a:r>
          <a:endParaRPr lang="en-US" sz="1100" kern="1200" dirty="0"/>
        </a:p>
      </dsp:txBody>
      <dsp:txXfrm>
        <a:off x="500" y="1397862"/>
        <a:ext cx="1001910" cy="500955"/>
      </dsp:txXfrm>
    </dsp:sp>
    <dsp:sp modelId="{AD75824B-906F-41EF-AFDE-932732A0ACA7}">
      <dsp:nvSpPr>
        <dsp:cNvPr id="0" name=""/>
        <dsp:cNvSpPr/>
      </dsp:nvSpPr>
      <dsp:spPr>
        <a:xfrm>
          <a:off x="1212812" y="1397862"/>
          <a:ext cx="1001910" cy="500955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1100" kern="1200" dirty="0"/>
            <a:t>Multisenzorske imerzivne mreže</a:t>
          </a:r>
          <a:endParaRPr lang="en-US" sz="1100" kern="1200" dirty="0"/>
        </a:p>
      </dsp:txBody>
      <dsp:txXfrm>
        <a:off x="1212812" y="1397862"/>
        <a:ext cx="1001910" cy="500955"/>
      </dsp:txXfrm>
    </dsp:sp>
    <dsp:sp modelId="{E64F627F-816B-47E5-A5F0-4BD67A0ED293}">
      <dsp:nvSpPr>
        <dsp:cNvPr id="0" name=""/>
        <dsp:cNvSpPr/>
      </dsp:nvSpPr>
      <dsp:spPr>
        <a:xfrm>
          <a:off x="2425124" y="1397862"/>
          <a:ext cx="1001910" cy="500955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1100" kern="1200"/>
            <a:t>Mission-critical servisi</a:t>
          </a:r>
          <a:endParaRPr lang="en-US" sz="1100" kern="1200" dirty="0"/>
        </a:p>
      </dsp:txBody>
      <dsp:txXfrm>
        <a:off x="2425124" y="1397862"/>
        <a:ext cx="1001910" cy="500955"/>
      </dsp:txXfrm>
    </dsp:sp>
    <dsp:sp modelId="{6C6A016A-1FCB-4EBF-A81E-D58D0BA8B9A8}">
      <dsp:nvSpPr>
        <dsp:cNvPr id="0" name=""/>
        <dsp:cNvSpPr/>
      </dsp:nvSpPr>
      <dsp:spPr>
        <a:xfrm>
          <a:off x="3637436" y="1397862"/>
          <a:ext cx="1001910" cy="500955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1100" kern="1200" dirty="0"/>
            <a:t>Fotonski kognitivni radio sistemi</a:t>
          </a:r>
          <a:endParaRPr lang="en-US" sz="1100" kern="1200" dirty="0"/>
        </a:p>
      </dsp:txBody>
      <dsp:txXfrm>
        <a:off x="3637436" y="1397862"/>
        <a:ext cx="1001910" cy="500955"/>
      </dsp:txXfrm>
    </dsp:sp>
    <dsp:sp modelId="{19EF5225-D7F2-49BD-A7AF-6F0EA762D481}">
      <dsp:nvSpPr>
        <dsp:cNvPr id="0" name=""/>
        <dsp:cNvSpPr/>
      </dsp:nvSpPr>
      <dsp:spPr>
        <a:xfrm>
          <a:off x="4849748" y="1397862"/>
          <a:ext cx="1001910" cy="500955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1100" kern="1200" dirty="0"/>
            <a:t>Predikcija katastrofa </a:t>
          </a:r>
          <a:endParaRPr lang="en-US" sz="1100" kern="1200" dirty="0"/>
        </a:p>
      </dsp:txBody>
      <dsp:txXfrm>
        <a:off x="4849748" y="1397862"/>
        <a:ext cx="1001910" cy="5009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AccentHomeChevronProcess">
  <dgm:title val="Accent Home Chevron Process"/>
  <dgm:desc val="Use to show a progression; a timeline; sequential steps in a task, process, or workflow; or to emphasize movement or direction. Level 1 text appears inside an chevron shape, except the first shape which comes in a home shape, while Level 2 text appears above the invisible rectangle shapes."/>
  <dgm:catLst>
    <dgm:cat type="process" pri="500"/>
    <dgm:cat type="timeline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contrsBasedOnsibTransCount">
      <dgm:if name="oneSibTrans" axis="ch" ptType="sibTrans" func="cnt" op="equ" val="1">
        <dgm:constrLst>
          <dgm:constr type="h" for="ch" forName="composite" refType="h" fact="0.6"/>
          <dgm:constr type="w" for="ch" forName="composite" refType="w"/>
          <dgm:constr type="primFontSz" for="des" forName="parTx" val="20"/>
          <dgm:constr type="primFontSz" for="des" forName="desTx" refType="primFontSz" refFor="des" refForName="parTx" op="lte"/>
          <dgm:constr type="primFontSz" for="des" forName="parTx" op="equ"/>
          <dgm:constr type="primFontSz" for="des" forName="desTx" op="equ"/>
          <dgm:constr type="w" for="ch" forName="space" refType="w" refFor="ch" refForName="composite" fact="-0.02"/>
          <dgm:constr type="w" for="ch" ptType="sibTrans" op="equ"/>
        </dgm:constrLst>
      </dgm:if>
      <dgm:else name="moreThanOneSibTrans">
        <dgm:choose name="contrsForMoreThanOneSibTrans">
          <dgm:if name="twoSibTrans" axis="ch" ptType="sibTrans" func="cnt" op="equ" val="2">
            <dgm:constrLst>
              <dgm:constr type="h" for="ch" forName="composite" refType="h" fact="0.6"/>
              <dgm:constr type="w" for="ch" forName="composite" refType="w"/>
              <dgm:constr type="primFontSz" for="des" forName="parTx" val="20"/>
              <dgm:constr type="primFontSz" for="des" forName="desTx" refType="primFontSz" refFor="des" refForName="parTx" op="lte"/>
              <dgm:constr type="primFontSz" for="des" forName="parTx" op="equ"/>
              <dgm:constr type="primFontSz" for="des" forName="desTx" op="equ"/>
              <dgm:constr type="w" for="ch" forName="space" refType="w" refFor="ch" refForName="composite" fact="-0.03"/>
              <dgm:constr type="w" for="ch" ptType="sibTrans" op="equ"/>
            </dgm:constrLst>
          </dgm:if>
          <dgm:else name="moreThanTwoSibTrans">
            <dgm:choose name="contrsForMoreThanTwoSibTrans">
              <dgm:if name="threeSibTrans" axis="ch" ptType="sibTrans" func="cnt" op="equ" val="3">
                <dgm:constrLst>
                  <dgm:constr type="h" for="ch" forName="composite" refType="h" fact="0.6"/>
                  <dgm:constr type="w" for="ch" forName="composite" refType="w"/>
                  <dgm:constr type="primFontSz" for="des" forName="parTx" val="20"/>
                  <dgm:constr type="primFontSz" for="des" forName="desTx" refType="primFontSz" refFor="des" refForName="parTx" op="lte"/>
                  <dgm:constr type="primFontSz" for="des" forName="parTx" op="equ"/>
                  <dgm:constr type="primFontSz" for="des" forName="desTx" op="equ"/>
                  <dgm:constr type="w" for="ch" forName="space" refType="w" refFor="ch" refForName="composite" fact="-0.04"/>
                  <dgm:constr type="w" for="ch" ptType="sibTrans" op="equ"/>
                </dgm:constrLst>
              </dgm:if>
              <dgm:else name="moreThanThreeSibTrans">
                <dgm:choose name="contrsForMoreThanThreeSibTrans">
                  <dgm:if name="fourToSixSibTrans" axis="ch" ptType="sibTrans" func="cnt" op="lte" val="6">
                    <dgm:constrLst>
                      <dgm:constr type="h" for="ch" forName="composite" refType="h" fact="0.6"/>
                      <dgm:constr type="w" for="ch" forName="composite" refType="w"/>
                      <dgm:constr type="primFontSz" for="des" forName="parTx" val="20"/>
                      <dgm:constr type="primFontSz" for="des" forName="desTx" refType="primFontSz" refFor="des" refForName="parTx" op="lte"/>
                      <dgm:constr type="primFontSz" for="des" forName="parTx" op="equ"/>
                      <dgm:constr type="primFontSz" for="des" forName="desTx" op="equ"/>
                      <dgm:constr type="w" for="ch" forName="space" refType="w" refFor="ch" refForName="composite" fact="-0.05"/>
                      <dgm:constr type="w" for="ch" ptType="sibTrans" op="equ"/>
                    </dgm:constrLst>
                  </dgm:if>
                  <dgm:else name="moreThanSixSibTrans">
                    <dgm:choose name="contrsForMoreThanSixSibTrans">
                      <dgm:if name="sevenToEightSibTrans" axis="ch" ptType="sibTrans" func="cnt" op="lte" val="8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7"/>
                          <dgm:constr type="w" for="ch" ptType="sibTrans" op="equ"/>
                        </dgm:constrLst>
                      </dgm:if>
                      <dgm:else name="moreThanEightSibTrans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9"/>
                          <dgm:constr type="w" for="ch" ptType="sibTrans" op="equ"/>
                        </dgm:constrLst>
                      </dgm:else>
                    </dgm:choose>
                  </dgm:else>
                </dgm:choose>
              </dgm:else>
            </dgm:choose>
          </dgm:else>
        </dgm:choose>
      </dgm:else>
    </dgm:choose>
    <dgm:ruleLst/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LayoutLTRorRTL">
          <dgm:if name="LayoutLTR" func="var" arg="dir" op="equ" val="norm">
            <dgm:constrLst>
              <dgm:constr type="w" for="ch" forName="L" refType="w" fact="0.08"/>
              <dgm:constr type="h" for="ch" forName="L" refType="h" fact="0.75"/>
              <dgm:constr type="l" for="ch" forName="L"/>
              <dgm:constr type="l" for="ch" forName="parTx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l" for="ch" forName="desTx" refType="r" refFor="ch" refForName="L"/>
              <dgm:constr type="w" for="ch" forName="desTx" refType="w" fact="0.812"/>
              <dgm:constr type="w" for="ch" forName="EmptyPlaceHolder" refType="w" fact="0.82"/>
              <dgm:constr type="l" for="ch" forName="EmptyPlaceHolder" refType="r" refFor="ch" refForName="L"/>
              <dgm:constr type="b" for="ch" forName="EmptyPlaceHolder" refType="b" refFor="ch" refForName="L"/>
              <dgm:constr type="h" for="ch" forName="EmptyPlaceHolder" refType="t" refFor="ch" refForName="desTx"/>
            </dgm:constrLst>
          </dgm:if>
          <dgm:else name="LayoutRTL">
            <dgm:constrLst>
              <dgm:constr type="w" for="ch" forName="L" refType="w" fact="0.08"/>
              <dgm:constr type="h" for="ch" forName="L" refType="h" fact="0.75"/>
              <dgm:constr type="r" for="ch" forName="L" refType="w"/>
              <dgm:constr type="r" for="ch" forName="parTx" refType="w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r" for="ch" forName="desTx" refType="l" refFor="ch" refForName="L"/>
              <dgm:constr type="w" for="ch" forName="desTx" refType="w" fact="0.812"/>
              <dgm:constr type="w" for="ch" forName="EmptyPlaceHolder" refType="w" fact="0.82"/>
              <dgm:constr type="h" for="ch" forName="EmptyPlaceHolder" refType="w" refFor="ch" refForName="L" fact="0.6"/>
              <dgm:constr type="b" for="ch" forName="EmptyPlaceHolder" refType="b" refFor="ch" refForName="L"/>
            </dgm:constrLst>
          </dgm:else>
        </dgm:choose>
        <dgm:layoutNode name="L" styleLbl="solidFgAcc1" moveWith="parTx">
          <dgm:varLst>
            <dgm:chMax val="0"/>
            <dgm:chPref val="0"/>
          </dgm:varLst>
          <dgm:alg type="sp"/>
          <dgm:choose name="Name310">
            <dgm:if name="Name311" func="var" arg="dir" op="equ" val="norm">
              <dgm:shape xmlns:r="http://schemas.openxmlformats.org/officeDocument/2006/relationships" rot="90" type="corner" r:blip="">
                <dgm:adjLst>
                  <dgm:adj idx="1" val="0.01"/>
                  <dgm:adj idx="2" val="0.01"/>
                </dgm:adjLst>
              </dgm:shape>
            </dgm:if>
            <dgm:else name="Name312">
              <dgm:shape xmlns:r="http://schemas.openxmlformats.org/officeDocument/2006/relationships" rot="180" type="corner" r:blip="">
                <dgm:adjLst>
                  <dgm:adj idx="1" val="0.01"/>
                  <dgm:adj idx="2" val="0.01"/>
                </dgm:adjLst>
              </dgm:shape>
            </dgm:else>
          </dgm:choose>
          <dgm:presOf/>
          <dgm:constrLst/>
          <dgm:ruleLst/>
        </dgm:layoutNode>
        <dgm:layoutNode name="parTx" styleLbl="alignNode1">
          <dgm:varLst>
            <dgm:chMax val="0"/>
            <dgm:chPref val="0"/>
            <dgm:bulletEnabled val="1"/>
          </dgm:varLst>
          <dgm:alg type="tx">
            <dgm:param type="txAnchorVert" val="mid"/>
            <dgm:param type="parTxLTRAlign" val="ctr"/>
            <dgm:param type="parTxRTLAlign" val="ctr"/>
          </dgm:alg>
          <dgm:choose name="MakeFirstNodeHomePlate">
            <dgm:if name="IfFirstNode" axis="self" ptType="node" func="pos" op="equ" val="1">
              <dgm:choose name="Name110">
                <dgm:if name="Name111" func="var" arg="dir" op="equ" val="norm">
                  <dgm:shape xmlns:r="http://schemas.openxmlformats.org/officeDocument/2006/relationships" type="homePlate" r:blip="">
                    <dgm:adjLst>
                      <dgm:adj idx="1" val="0.25"/>
                    </dgm:adjLst>
                  </dgm:shape>
                </dgm:if>
                <dgm:else name="Name112">
                  <dgm:shape xmlns:r="http://schemas.openxmlformats.org/officeDocument/2006/relationships" rot="180" type="homePlate" r:blip="">
                    <dgm:adjLst>
                      <dgm:adj idx="1" val="0.25"/>
                    </dgm:adjLst>
                  </dgm:shape>
                </dgm:else>
              </dgm:choose>
            </dgm:if>
            <dgm:else name="MakeRestOfNodesChevrons"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>
                      <dgm:adj idx="1" val="0.25"/>
                    </dgm:adjLst>
                  </dgm:shape>
                </dgm:if>
                <dgm:else name="Name12">
                  <dgm:shape xmlns:r="http://schemas.openxmlformats.org/officeDocument/2006/relationships" rot="180" type="chevron" r:blip="">
                    <dgm:adjLst>
                      <dgm:adj idx="1" val="0.25"/>
                    </dgm:adjLst>
                  </dgm:shape>
                </dgm:else>
              </dgm:choose>
            </dgm:else>
          </dgm:choose>
          <dgm:presOf axis="self" ptType="node"/>
          <dgm:constrLst>
            <dgm:constr type="tMarg" refType="primFontSz"/>
            <dgm:constr type="bMarg" refType="primFontSz"/>
            <dgm:constr type="lMarg" refType="primFontSz" fact="0.5"/>
            <dgm:constr type="rMarg" refType="primFontSz" fact="0.5"/>
          </dgm:constrLst>
          <dgm:ruleLst>
            <dgm:rule type="primFontSz" val="13" fact="NaN" max="NaN"/>
          </dgm:ruleLst>
        </dgm:layoutNode>
        <dgm:layoutNode name="desTx" styleLbl="revTx" moveWith="parTx">
          <dgm:varLst>
            <dgm:chMax val="0"/>
            <dgm:chPref val="0"/>
            <dgm:bulletEnabled val="1"/>
          </dgm:varLst>
          <dgm:choose name="Name210">
            <dgm:if name="Name211" func="var" arg="dir" op="equ" val="norm">
              <dgm:alg type="tx">
                <dgm:param type="txAnchorVert" val="t"/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12">
              <dgm:alg type="tx">
                <dgm:param type="txAnchorVert" val="t"/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tMarg"/>
            <dgm:constr type="bMarg"/>
            <dgm:constr type="lMarg"/>
            <dgm:constr type="rMarg"/>
          </dgm:constrLst>
          <dgm:ruleLst>
            <dgm:rule type="primFontSz" val="11" fact="NaN" max="NaN"/>
            <dgm:rule type="secFontSz" val="9" fact="NaN" max="NaN"/>
          </dgm:ruleLst>
        </dgm:layoutNode>
        <dgm:layoutNode name="EmptyPlaceHolder">
          <dgm:alg type="sp"/>
          <dgm:shape xmlns:r="http://schemas.openxmlformats.org/officeDocument/2006/relationships" r:blip="">
            <dgm:adjLst/>
          </dgm:shape>
          <dgm:presOf/>
          <dgm:constrLst/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0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6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437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05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9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30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656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91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897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55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731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517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74" r:id="rId6"/>
    <p:sldLayoutId id="2147483770" r:id="rId7"/>
    <p:sldLayoutId id="2147483771" r:id="rId8"/>
    <p:sldLayoutId id="2147483772" r:id="rId9"/>
    <p:sldLayoutId id="2147483773" r:id="rId10"/>
    <p:sldLayoutId id="214748377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D7B60B-4BB5-B510-4C7D-44CAB0D31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4493" y="2792276"/>
            <a:ext cx="6300916" cy="1273448"/>
          </a:xfrm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</a:pPr>
            <a:r>
              <a:rPr lang="sr-Latn-RS" sz="4400" b="1" dirty="0"/>
              <a:t>Integracija satelitskih i terestrijalnih 5G sistema</a:t>
            </a:r>
            <a:endParaRPr lang="en-GB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04EE2-F5F8-9629-45A7-0E2137FD3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sr-Latn-RS" dirty="0"/>
              <a:t>Dunja Mihajlović 2023/3103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A38700-414F-0C83-0BBA-785079B44A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rcRect l="24966" t="-1" r="9741" b="-1"/>
          <a:stretch>
            <a:fillRect/>
          </a:stretch>
        </p:blipFill>
        <p:spPr>
          <a:xfrm>
            <a:off x="0" y="0"/>
            <a:ext cx="5597236" cy="6857990"/>
          </a:xfrm>
          <a:prstGeom prst="rect">
            <a:avLst/>
          </a:prstGeom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3" name="Content Placeholder 7">
            <a:extLst>
              <a:ext uri="{FF2B5EF4-FFF2-40B4-BE49-F238E27FC236}">
                <a16:creationId xmlns:a16="http://schemas.microsoft.com/office/drawing/2014/main" id="{11E1E422-6890-7EF2-A8A7-3F7FA3EF61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6794394"/>
              </p:ext>
            </p:extLst>
          </p:nvPr>
        </p:nvGraphicFramePr>
        <p:xfrm>
          <a:off x="5690755" y="-183455"/>
          <a:ext cx="6414654" cy="2763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9029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1523E7-E585-863E-600C-4A84AB0F6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426" y="1020427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r-Latn-RS" noProof="0" dirty="0"/>
              <a:t>Terestrijalna 5G arhitektura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3FB64B-FC79-E926-FAAD-69DCE59254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t="12836" b="8683"/>
          <a:stretch>
            <a:fillRect/>
          </a:stretch>
        </p:blipFill>
        <p:spPr bwMode="auto">
          <a:xfrm>
            <a:off x="6964258" y="893576"/>
            <a:ext cx="4514510" cy="2028385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2A114-A0AE-7551-C441-E81CBEC41C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43756" y="2982607"/>
            <a:ext cx="4808164" cy="305079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lvl="0" indent="0">
              <a:buNone/>
            </a:pPr>
            <a:r>
              <a:rPr lang="sr-Latn-RS" sz="1500" b="1" spc="300" dirty="0"/>
              <a:t>NG-RAN</a:t>
            </a:r>
          </a:p>
          <a:p>
            <a:pPr lvl="0"/>
            <a:r>
              <a:rPr lang="sr-Latn-RS" sz="1300" b="1" i="1" dirty="0"/>
              <a:t>ng-eNB (Next Generation eNodeB) – </a:t>
            </a:r>
            <a:r>
              <a:rPr lang="sr-Latn-RS" sz="1300" i="1" dirty="0"/>
              <a:t>unapređena LTE bazna stanica koja se može povezati </a:t>
            </a:r>
            <a:endParaRPr lang="en-GB" sz="1300" dirty="0"/>
          </a:p>
          <a:p>
            <a:pPr lvl="0"/>
            <a:r>
              <a:rPr lang="sr-Latn-RS" sz="1300" b="1" i="1" dirty="0"/>
              <a:t>gNodeB (gNB)</a:t>
            </a:r>
            <a:r>
              <a:rPr lang="sr-Latn-RS" sz="1300" i="1" dirty="0"/>
              <a:t> – bazna stanica u 5G</a:t>
            </a:r>
            <a:r>
              <a:rPr lang="sr-Latn-RS" sz="1300" dirty="0"/>
              <a:t>:</a:t>
            </a:r>
            <a:endParaRPr lang="en-GB" sz="1300" dirty="0"/>
          </a:p>
          <a:p>
            <a:pPr lvl="1"/>
            <a:r>
              <a:rPr lang="sr-Latn-RS" sz="1100" b="1" dirty="0"/>
              <a:t>CU – Central Unit </a:t>
            </a:r>
            <a:r>
              <a:rPr lang="sr-Latn-RS" sz="1100" dirty="0"/>
              <a:t>–kontrolne funkcije; implementira protokole viših slojeva</a:t>
            </a:r>
          </a:p>
          <a:p>
            <a:pPr lvl="1"/>
            <a:r>
              <a:rPr lang="sr-Latn-RS" sz="1100" b="1" dirty="0"/>
              <a:t>DU – Distributed Unit - </a:t>
            </a:r>
            <a:r>
              <a:rPr lang="sr-Latn-RS" sz="1100" dirty="0"/>
              <a:t>funkcije srednjih slojeva, raspodela radio resursa, retransmisije, </a:t>
            </a:r>
            <a:r>
              <a:rPr lang="sr-Latn-RS" sz="1100" i="1" dirty="0"/>
              <a:t>scheduling</a:t>
            </a:r>
            <a:r>
              <a:rPr lang="sr-Latn-RS" sz="1100" dirty="0"/>
              <a:t>, obrada grešaka itd. Često se nalazi bliže krajnjem korisniku </a:t>
            </a:r>
          </a:p>
          <a:p>
            <a:pPr lvl="1"/>
            <a:r>
              <a:rPr lang="sr-Latn-RS" sz="1100" b="1" dirty="0"/>
              <a:t>RU – Radio Unit -</a:t>
            </a:r>
            <a:r>
              <a:rPr lang="sr-Latn-RS" sz="1100" dirty="0"/>
              <a:t> fizički sloj i RF obrada signala. Direktno povezana sa antenskim sistemom i podržava masivne MIMO konfiguracije i adaptivno formiranje snopova</a:t>
            </a:r>
          </a:p>
          <a:p>
            <a:pPr marL="0" indent="0">
              <a:buNone/>
            </a:pPr>
            <a:r>
              <a:rPr lang="sr-Latn-RS" sz="1300" dirty="0"/>
              <a:t>Primena SDN (</a:t>
            </a:r>
            <a:r>
              <a:rPr lang="sr-Latn-RS" sz="1300" i="1" dirty="0"/>
              <a:t>Software Defined Network</a:t>
            </a:r>
            <a:r>
              <a:rPr lang="sr-Latn-RS" sz="1300" dirty="0"/>
              <a:t>) i NFV (</a:t>
            </a:r>
            <a:r>
              <a:rPr lang="sr-Latn-RS" sz="1300" i="1" dirty="0"/>
              <a:t>Network Function Virtualisation</a:t>
            </a:r>
            <a:r>
              <a:rPr lang="sr-Latn-RS" sz="1300" dirty="0"/>
              <a:t>) koncepata </a:t>
            </a:r>
            <a:r>
              <a:rPr lang="sr-Latn-RS" sz="1300" dirty="0">
                <a:latin typeface="Aptos" panose="020B0004020202020204" pitchFamily="34" charset="0"/>
              </a:rPr>
              <a:t>→</a:t>
            </a:r>
            <a:r>
              <a:rPr lang="sr-Latn-RS" sz="1300" b="1" dirty="0">
                <a:latin typeface="Aptos" panose="020B0004020202020204" pitchFamily="34" charset="0"/>
              </a:rPr>
              <a:t> fleksibilnost, skalabilnost</a:t>
            </a:r>
            <a:r>
              <a:rPr lang="sr-Latn-RS" sz="1300" dirty="0">
                <a:latin typeface="Aptos" panose="020B0004020202020204" pitchFamily="34" charset="0"/>
              </a:rPr>
              <a:t> → integracija različitih pristupnih tehnologija </a:t>
            </a:r>
            <a:r>
              <a:rPr lang="sr-Latn-RS" sz="1300" b="1" dirty="0">
                <a:latin typeface="Aptos" panose="020B0004020202020204" pitchFamily="34" charset="0"/>
              </a:rPr>
              <a:t>→ NTN</a:t>
            </a:r>
            <a:endParaRPr lang="en-GB" sz="13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5F767FC-6C95-10E0-8605-17E1B97859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360" b="6916"/>
          <a:stretch>
            <a:fillRect/>
          </a:stretch>
        </p:blipFill>
        <p:spPr bwMode="auto">
          <a:xfrm>
            <a:off x="702522" y="1748272"/>
            <a:ext cx="5338713" cy="30508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211E9B-C80D-43EE-CB24-774AA591702C}"/>
              </a:ext>
            </a:extLst>
          </p:cNvPr>
          <p:cNvSpPr txBox="1"/>
          <p:nvPr/>
        </p:nvSpPr>
        <p:spPr>
          <a:xfrm>
            <a:off x="640081" y="4920386"/>
            <a:ext cx="545592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sz="1400" b="1" dirty="0"/>
              <a:t>Service-Based 5GC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200" u="sng" dirty="0"/>
              <a:t>Jedinstvena IP mreža</a:t>
            </a:r>
            <a:r>
              <a:rPr lang="sr-Latn-RS" sz="1200" dirty="0"/>
              <a:t> preko koje kontroler upravlja celokupnim protokom podataka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200" dirty="0"/>
              <a:t>Korisnički i kontrolni podaci prolaze kroz istu mrežu, ali su i dalje </a:t>
            </a:r>
            <a:r>
              <a:rPr lang="sr-Latn-RS" sz="1200" u="sng" dirty="0"/>
              <a:t>logički odvojeni</a:t>
            </a:r>
            <a:r>
              <a:rPr lang="sr-Latn-RS" sz="1200" dirty="0"/>
              <a:t> kroz softverske funkcije i pravila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200" dirty="0"/>
              <a:t>Programabilna mreža</a:t>
            </a:r>
          </a:p>
        </p:txBody>
      </p:sp>
    </p:spTree>
    <p:extLst>
      <p:ext uri="{BB962C8B-B14F-4D97-AF65-F5344CB8AC3E}">
        <p14:creationId xmlns:p14="http://schemas.microsoft.com/office/powerpoint/2010/main" val="1888795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92D1-D8C7-B0A1-EDEE-A2AD61ADE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noProof="0" dirty="0"/>
              <a:t>NETERESTRIJALNE MREŽE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11CF63-F7DF-EEA1-CB0B-5CC91FEDDA2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921895"/>
              </p:ext>
            </p:extLst>
          </p:nvPr>
        </p:nvGraphicFramePr>
        <p:xfrm>
          <a:off x="640078" y="2468881"/>
          <a:ext cx="5812061" cy="2773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959A0C5-6F05-A0AC-DFA4-DBFB633101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1" r="3969" b="2"/>
          <a:stretch>
            <a:fillRect/>
          </a:stretch>
        </p:blipFill>
        <p:spPr>
          <a:xfrm>
            <a:off x="6965350" y="2079873"/>
            <a:ext cx="5078868" cy="4288768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9D9E014-75F1-9DD6-EDAD-93292D84A079}"/>
              </a:ext>
            </a:extLst>
          </p:cNvPr>
          <p:cNvSpPr txBox="1">
            <a:spLocks/>
          </p:cNvSpPr>
          <p:nvPr/>
        </p:nvSpPr>
        <p:spPr>
          <a:xfrm>
            <a:off x="527487" y="5427954"/>
            <a:ext cx="6585645" cy="1097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sr-Latn-RS" sz="1600" noProof="0" dirty="0"/>
              <a:t>Implementacija nezemaljskih platformi kao deo NG-RAN.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r-Latn-RS" sz="1600" noProof="0" dirty="0"/>
              <a:t>Platforme NTN su grupisane u dve kategorije: </a:t>
            </a:r>
            <a:r>
              <a:rPr lang="sr-Latn-RS" sz="1600" i="1" noProof="0" dirty="0"/>
              <a:t>spacebone, airbone</a:t>
            </a:r>
            <a:r>
              <a:rPr lang="sr-Latn-RS" sz="1600" noProof="0" dirty="0"/>
              <a:t>. </a:t>
            </a:r>
          </a:p>
          <a:p>
            <a:endParaRPr lang="sr-Latn-RS" sz="1800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8DA6AC-7F94-BC54-778D-473C08735A20}"/>
              </a:ext>
            </a:extLst>
          </p:cNvPr>
          <p:cNvSpPr txBox="1"/>
          <p:nvPr/>
        </p:nvSpPr>
        <p:spPr>
          <a:xfrm>
            <a:off x="527488" y="2079873"/>
            <a:ext cx="413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/>
              <a:t>Ograničenja terestrijalne infrastrukture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0257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F53BA-20A9-F189-37D3-261F39CDC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Transparentna NTN arhitektura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910E9FF-980E-DCAC-AF0A-567287CCD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028058"/>
            <a:ext cx="5648193" cy="2216916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1B2CC65-4E5B-E143-DCBA-C2195769EC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32973" y="2256286"/>
            <a:ext cx="4891027" cy="37604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r-Latn-RS" dirty="0"/>
              <a:t>Prve NTN implementacije, brza interoperabilnost sa terestrijalnom mrežom</a:t>
            </a:r>
          </a:p>
          <a:p>
            <a:r>
              <a:rPr lang="sr-Latn-RS" dirty="0"/>
              <a:t>Sva inteligencija i funkcije NG-RAN se nalaze na Zemlji</a:t>
            </a:r>
          </a:p>
          <a:p>
            <a:r>
              <a:rPr lang="sr-Latn-RS" dirty="0"/>
              <a:t>Satelit funkcioniše kao pasivni transport</a:t>
            </a:r>
          </a:p>
          <a:p>
            <a:r>
              <a:rPr lang="sr-Latn-RS" dirty="0"/>
              <a:t>Ograničene mogućnosti reagovanja na brze promene uslova u radio kanalu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590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75B3-191D-6078-D482-9713BC5B9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Regenerativna NTN arhitektura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5FAD5-32BE-9851-C1F3-B16A44649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965" y="2263258"/>
            <a:ext cx="5212080" cy="3566160"/>
          </a:xfrm>
        </p:spPr>
        <p:txBody>
          <a:bodyPr>
            <a:normAutofit fontScale="85000" lnSpcReduction="10000"/>
          </a:bodyPr>
          <a:lstStyle/>
          <a:p>
            <a:r>
              <a:rPr lang="sr-Latn-RS" dirty="0"/>
              <a:t>CU na zemlji, DU na satelitu</a:t>
            </a:r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Kompromis između performansi i složenosti satelitskog sementa</a:t>
            </a:r>
          </a:p>
          <a:p>
            <a:r>
              <a:rPr lang="sr-Latn-RS" dirty="0"/>
              <a:t>Brža reakcija na promene radio-uslova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11A346-2036-F4BB-1C6F-4A26927A8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1869" y="2263258"/>
            <a:ext cx="5212080" cy="3995302"/>
          </a:xfrm>
        </p:spPr>
        <p:txBody>
          <a:bodyPr>
            <a:normAutofit fontScale="85000" lnSpcReduction="10000"/>
          </a:bodyPr>
          <a:lstStyle/>
          <a:p>
            <a:r>
              <a:rPr lang="sr-Latn-RS" dirty="0"/>
              <a:t>Kompletan gNB u satelitskom segmentu</a:t>
            </a:r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Povećana kompleksnost, potrošnja energije i zahtevi za koordinacijom unutar konstelacije</a:t>
            </a:r>
          </a:p>
          <a:p>
            <a:r>
              <a:rPr lang="sr-Latn-RS" dirty="0"/>
              <a:t>Veća autonomija satelita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10D3A9-B1E5-6ADE-7D25-29C1DF442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408" y="2659201"/>
            <a:ext cx="4913923" cy="1783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0F78B0-BBE1-B706-3C5B-A5006331F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085" y="2659201"/>
            <a:ext cx="4913923" cy="197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845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2E2F1-2E0A-5A58-A692-796E95661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Frekvencijski opsezi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F1053-B29C-FD10-7C78-620C0C9A7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992" y="2316480"/>
            <a:ext cx="10870016" cy="1249681"/>
          </a:xfrm>
        </p:spPr>
        <p:txBody>
          <a:bodyPr>
            <a:normAutofit fontScale="70000" lnSpcReduction="20000"/>
          </a:bodyPr>
          <a:lstStyle/>
          <a:p>
            <a:r>
              <a:rPr lang="sr-Latn-RS" dirty="0"/>
              <a:t>FR1 – bolja propagacija i šira pokrivenost i realistični zahtevi za antene mobilnih uređaja. </a:t>
            </a:r>
          </a:p>
          <a:p>
            <a:pPr lvl="1"/>
            <a:r>
              <a:rPr lang="sr-Latn-RS" dirty="0"/>
              <a:t>Širina kanala 5, 10, </a:t>
            </a:r>
            <a:r>
              <a:rPr lang="en-GB" dirty="0"/>
              <a:t>[</a:t>
            </a:r>
            <a:r>
              <a:rPr lang="sr-Latn-RS" dirty="0"/>
              <a:t>15,20</a:t>
            </a:r>
            <a:r>
              <a:rPr lang="en-GB" dirty="0"/>
              <a:t>]</a:t>
            </a:r>
            <a:r>
              <a:rPr lang="sr-Latn-RS" dirty="0"/>
              <a:t> MHz</a:t>
            </a:r>
          </a:p>
          <a:p>
            <a:r>
              <a:rPr lang="sr-Latn-RS" dirty="0"/>
              <a:t>FR2 – veće širine kanala (do 100MHz) i kapacitet</a:t>
            </a:r>
          </a:p>
          <a:p>
            <a:pPr lvl="1"/>
            <a:r>
              <a:rPr lang="sr-Latn-RS" dirty="0"/>
              <a:t>strožiji zahtevi u pogledu propagacije i preciznosti usmerenih antena i energetske efikasnosti terminala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B17C24-E1EC-7F2A-5D07-77FF05E44C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39763" y="3747083"/>
            <a:ext cx="10189056" cy="261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499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6F848F-1D1A-127F-3E16-1ECDF66D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914400"/>
            <a:ext cx="4480561" cy="109728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600" dirty="0"/>
              <a:t>Multi-connectivity</a:t>
            </a:r>
            <a:r>
              <a:rPr lang="sr-Latn-RS" sz="3600" dirty="0"/>
              <a:t> (MC)</a:t>
            </a:r>
            <a:endParaRPr lang="en-US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3BF1D-3FA2-2B54-B920-B3DDAEAAC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5032" y="1812937"/>
            <a:ext cx="5045010" cy="4681956"/>
          </a:xfr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r>
              <a:rPr lang="sr-Latn-RS" dirty="0"/>
              <a:t>Cilj: obezbediti </a:t>
            </a:r>
            <a:r>
              <a:rPr lang="sr-Latn-RS" b="1" dirty="0"/>
              <a:t>seamless</a:t>
            </a:r>
            <a:r>
              <a:rPr lang="sr-Latn-RS" dirty="0"/>
              <a:t> prelaz između različitih pristupnih tačaka/radio-tehnologija i ublažiti efekte hard handovera</a:t>
            </a:r>
          </a:p>
          <a:p>
            <a:r>
              <a:rPr lang="sr-Latn-RS" dirty="0"/>
              <a:t>Oslanja se na centralizovano upravljanje resursima</a:t>
            </a:r>
          </a:p>
          <a:p>
            <a:pPr lvl="1"/>
            <a:r>
              <a:rPr lang="sr-Latn-RS" dirty="0"/>
              <a:t>Implementacija se razlikuje u zavisnosti od tipa payload-a </a:t>
            </a:r>
          </a:p>
          <a:p>
            <a:pPr lvl="1"/>
            <a:r>
              <a:rPr lang="sr-Latn-RS" dirty="0"/>
              <a:t>Podrška kroz </a:t>
            </a:r>
            <a:r>
              <a:rPr lang="sr-Latn-RS" b="1" dirty="0"/>
              <a:t>ISL – rutiranje saobraćaja kroz konstelaciju ka izlaznoj tački ka 5GC </a:t>
            </a:r>
            <a:r>
              <a:rPr lang="sr-Latn-RS" b="1" dirty="0">
                <a:latin typeface="Aptos" panose="020B0004020202020204" pitchFamily="34" charset="0"/>
              </a:rPr>
              <a:t>→ nezavisnost od rasporeda zemaljskih gateway-a</a:t>
            </a:r>
          </a:p>
          <a:p>
            <a:pPr lvl="1"/>
            <a:r>
              <a:rPr lang="sr-Latn-RS" dirty="0">
                <a:latin typeface="Aptos" panose="020B0004020202020204" pitchFamily="34" charset="0"/>
              </a:rPr>
              <a:t>Problemi:</a:t>
            </a:r>
          </a:p>
          <a:p>
            <a:pPr lvl="2"/>
            <a:r>
              <a:rPr lang="sr-Latn-RS" dirty="0"/>
              <a:t>Deljenje spektra –</a:t>
            </a:r>
            <a:r>
              <a:rPr lang="sr-Latn-RS" dirty="0">
                <a:latin typeface="Calibri" panose="020F0502020204030204" pitchFamily="34" charset="0"/>
                <a:cs typeface="Calibri" panose="020F0502020204030204" pitchFamily="34" charset="0"/>
              </a:rPr>
              <a:t>↗</a:t>
            </a:r>
            <a:r>
              <a:rPr lang="sr-Latn-RS" dirty="0"/>
              <a:t>interferencija, osetljivost na neoptimalnu kontrolu snage</a:t>
            </a:r>
          </a:p>
          <a:p>
            <a:pPr lvl="2"/>
            <a:r>
              <a:rPr lang="sr-Latn-RS" dirty="0"/>
              <a:t>Udaljenost MN i SN – </a:t>
            </a:r>
            <a:r>
              <a:rPr lang="sr-Latn-RS" i="1" dirty="0"/>
              <a:t>traffic steering, kašnjenja na feeder linkovima i kordinacija između čvorova</a:t>
            </a:r>
          </a:p>
          <a:p>
            <a:pPr lvl="2"/>
            <a:r>
              <a:rPr lang="sr-Latn-RS" dirty="0"/>
              <a:t>Signalizaciono opterećenje</a:t>
            </a:r>
          </a:p>
          <a:p>
            <a:pPr lvl="2"/>
            <a:r>
              <a:rPr lang="sr-Latn-RS" dirty="0"/>
              <a:t>Specifičnosti satelitskog segmenta</a:t>
            </a:r>
          </a:p>
          <a:p>
            <a:pPr lvl="2"/>
            <a:r>
              <a:rPr lang="sr-Latn-RS" dirty="0"/>
              <a:t>Povećana potrošnja energije korisničkih uređaja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90CFBD-44AB-910B-CA3D-973582308D4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691" r="-1" b="1572"/>
          <a:stretch>
            <a:fillRect/>
          </a:stretch>
        </p:blipFill>
        <p:spPr>
          <a:xfrm>
            <a:off x="5237580" y="512685"/>
            <a:ext cx="6689388" cy="549186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05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F8CBC-D85C-49E9-F0A0-C4B4B180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Mobilnost u (LEO) NTN sistemima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9195C-CB31-ADBA-8C70-C488AB590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79" y="2550161"/>
            <a:ext cx="5678848" cy="4219423"/>
          </a:xfrm>
        </p:spPr>
        <p:txBody>
          <a:bodyPr>
            <a:normAutofit/>
          </a:bodyPr>
          <a:lstStyle/>
          <a:p>
            <a:r>
              <a:rPr lang="sr-Latn-RS" sz="1800" dirty="0"/>
              <a:t>Promena nivoa signala nije primarno posledica kretanja samo korisnika, već promene relativnog položaja satelita i geometrije orbite</a:t>
            </a:r>
          </a:p>
          <a:p>
            <a:r>
              <a:rPr lang="sr-Latn-RS" sz="1800" dirty="0">
                <a:latin typeface="Aptos" panose="020B0004020202020204" pitchFamily="34" charset="0"/>
              </a:rPr>
              <a:t>Brze promene dužine propagacije signala, elevacionog ugla, položaja korisnika unutar snopa, zona preklapanja snopova</a:t>
            </a:r>
          </a:p>
          <a:p>
            <a:r>
              <a:rPr lang="sr-Latn-RS" sz="1800" dirty="0"/>
              <a:t>Varijante formiranja snopova:</a:t>
            </a:r>
          </a:p>
          <a:p>
            <a:pPr marL="502920" lvl="2" indent="0">
              <a:buNone/>
            </a:pPr>
            <a:r>
              <a:rPr lang="sr-Latn-RS" sz="1400" dirty="0"/>
              <a:t>			</a:t>
            </a:r>
            <a:r>
              <a:rPr lang="sr-Latn-RS" sz="1200" dirty="0"/>
              <a:t>a) Earth-Fixed beam  </a:t>
            </a:r>
          </a:p>
          <a:p>
            <a:pPr marL="502920" lvl="2" indent="0">
              <a:buNone/>
            </a:pPr>
            <a:r>
              <a:rPr lang="sr-Latn-RS" sz="1200" dirty="0"/>
              <a:t>			b) Moving-Earth beam (EMC koncept)</a:t>
            </a:r>
          </a:p>
          <a:p>
            <a:pPr marL="2743200" lvl="6" indent="0">
              <a:buNone/>
            </a:pPr>
            <a:endParaRPr lang="sr-Latn-RS" sz="1600" dirty="0"/>
          </a:p>
          <a:p>
            <a:pPr marL="0" indent="0">
              <a:buNone/>
            </a:pPr>
            <a:endParaRPr lang="sr-Latn-R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48550-E5C5-202A-ED4F-19743CC2D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468881"/>
            <a:ext cx="5212080" cy="3566160"/>
          </a:xfrm>
        </p:spPr>
        <p:txBody>
          <a:bodyPr>
            <a:normAutofit/>
          </a:bodyPr>
          <a:lstStyle/>
          <a:p>
            <a:r>
              <a:rPr lang="sr-Latn-RS" dirty="0"/>
              <a:t>Tipovi handovera:</a:t>
            </a:r>
          </a:p>
          <a:p>
            <a:endParaRPr lang="sr-Latn-RS" dirty="0"/>
          </a:p>
          <a:p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sr-Latn-R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74B2B6-940E-4AEA-DE4D-F66DB23DC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046" y="3025139"/>
            <a:ext cx="5000492" cy="12202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6F053D-8D48-CF24-F62C-6A14F0074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22" y="5193940"/>
            <a:ext cx="2868200" cy="115606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A0A4963-476C-F0F3-5A21-0965EEE3A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810705"/>
              </p:ext>
            </p:extLst>
          </p:nvPr>
        </p:nvGraphicFramePr>
        <p:xfrm>
          <a:off x="6318928" y="4389119"/>
          <a:ext cx="4922610" cy="1350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870">
                  <a:extLst>
                    <a:ext uri="{9D8B030D-6E8A-4147-A177-3AD203B41FA5}">
                      <a16:colId xmlns:a16="http://schemas.microsoft.com/office/drawing/2014/main" val="124276726"/>
                    </a:ext>
                  </a:extLst>
                </a:gridCol>
                <a:gridCol w="1640870">
                  <a:extLst>
                    <a:ext uri="{9D8B030D-6E8A-4147-A177-3AD203B41FA5}">
                      <a16:colId xmlns:a16="http://schemas.microsoft.com/office/drawing/2014/main" val="1340005239"/>
                    </a:ext>
                  </a:extLst>
                </a:gridCol>
                <a:gridCol w="1640870">
                  <a:extLst>
                    <a:ext uri="{9D8B030D-6E8A-4147-A177-3AD203B41FA5}">
                      <a16:colId xmlns:a16="http://schemas.microsoft.com/office/drawing/2014/main" val="4154124277"/>
                    </a:ext>
                  </a:extLst>
                </a:gridCol>
              </a:tblGrid>
              <a:tr h="1350374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sr-Latn-RS" sz="900" dirty="0">
                          <a:solidFill>
                            <a:schemeClr val="tx1"/>
                          </a:solidFill>
                        </a:rPr>
                        <a:t>Mali prečnici pojedinačnih snopova i ograničeno vreme pokrivenosti</a:t>
                      </a:r>
                      <a:endParaRPr lang="en-GB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sr-Latn-RS" sz="900" dirty="0">
                          <a:solidFill>
                            <a:schemeClr val="tx1"/>
                          </a:solidFill>
                        </a:rPr>
                        <a:t>Izlazak satelita iz zone vidljivosti ili ako drugi satelit u konstelaciji pruža stabilniju vezu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sr-Latn-RS" sz="9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sr-Latn-RS" sz="900" dirty="0">
                          <a:solidFill>
                            <a:schemeClr val="tx1"/>
                          </a:solidFill>
                        </a:rPr>
                        <a:t>U sistemima sa ISL – mrežna dimenzija </a:t>
                      </a:r>
                      <a:endParaRPr lang="en-GB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sr-Latn-RS" sz="900" dirty="0">
                          <a:solidFill>
                            <a:schemeClr val="tx1"/>
                          </a:solidFill>
                        </a:rPr>
                        <a:t>promena radio pristupa i prilagođavanje fizičkog i MAC sloja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sr-Latn-RS" sz="9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sr-Latn-RS" sz="900" dirty="0">
                          <a:solidFill>
                            <a:schemeClr val="tx1"/>
                          </a:solidFill>
                        </a:rPr>
                        <a:t>Odluka se donosi na osnovu kombinacije radio-metrika i mrežnih politika i opterećenja</a:t>
                      </a:r>
                      <a:endParaRPr lang="en-GB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5344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AC8F44C-7833-773B-1FD6-6AB3CA3412C0}"/>
              </a:ext>
            </a:extLst>
          </p:cNvPr>
          <p:cNvSpPr txBox="1"/>
          <p:nvPr/>
        </p:nvSpPr>
        <p:spPr>
          <a:xfrm>
            <a:off x="6241046" y="6035041"/>
            <a:ext cx="5950954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700" dirty="0"/>
              <a:t>*</a:t>
            </a:r>
            <a:r>
              <a:rPr lang="sr-Latn-RS" sz="1000" dirty="0"/>
              <a:t>ITU-R M.2514-0: satelitski segment mora podržati mobilnost do 250 km/h u Rural-eMBB-s., odnosno 1200 km/h za napredne scenarije kao što su aeronautičke komunikacije. Dozvoljeno vreme prekida mobilnosti </a:t>
            </a:r>
            <a:r>
              <a:rPr lang="sr-Latn-RS" sz="1000" i="1" dirty="0"/>
              <a:t>(mobility interruption time) </a:t>
            </a:r>
            <a:r>
              <a:rPr lang="sr-Latn-RS" sz="1000" dirty="0"/>
              <a:t>ograničeno je na 50 ms za eMBB-s scenario, uključujući sve RAN i RRC procedure tokom tranzicije.</a:t>
            </a:r>
            <a:endParaRPr lang="en-GB" sz="1000" dirty="0"/>
          </a:p>
          <a:p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695800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DDFF-2124-4E37-D35F-B91AE064C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1465330" cy="1097280"/>
          </a:xfrm>
        </p:spPr>
        <p:txBody>
          <a:bodyPr>
            <a:noAutofit/>
          </a:bodyPr>
          <a:lstStyle/>
          <a:p>
            <a:r>
              <a:rPr lang="sr-Latn-RS" sz="2800" u="sng" dirty="0">
                <a:solidFill>
                  <a:srgbClr val="7501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Problemi handover-a u LEO NTN</a:t>
            </a:r>
            <a:r>
              <a:rPr lang="sr-Latn-RS" sz="2800" dirty="0"/>
              <a:t> i </a:t>
            </a:r>
            <a:r>
              <a:rPr lang="sr-Latn-RS" sz="2800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prediktivno upravljanje mobilnošću</a:t>
            </a:r>
            <a:endParaRPr lang="en-GB" sz="2800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A6309A-51F6-8758-EFAD-D5A419E447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80208" y="2042160"/>
            <a:ext cx="4971713" cy="4493722"/>
          </a:xfrm>
          <a:effectLst>
            <a:glow rad="50800">
              <a:schemeClr val="accent1"/>
            </a:glow>
            <a:reflection blurRad="152400" endPos="0" dist="63500" dir="5400000" sy="-100000" algn="bl" rotWithShape="0"/>
            <a:softEdge rad="165100"/>
          </a:effectLst>
          <a:scene3d>
            <a:camera prst="orthographicFront"/>
            <a:lightRig rig="glow" dir="t"/>
          </a:scene3d>
          <a:sp3d prstMaterial="dkEdge">
            <a:bevelT w="127000" h="209550"/>
            <a:bevelB/>
          </a:sp3d>
        </p:spPr>
        <p:txBody>
          <a:bodyPr>
            <a:normAutofit/>
          </a:bodyPr>
          <a:lstStyle/>
          <a:p>
            <a:pPr lvl="1"/>
            <a:r>
              <a:rPr lang="sr-Latn-RS" sz="1600" dirty="0"/>
              <a:t>Na osnovu sopstvene GNSS pozicije i NTN </a:t>
            </a:r>
            <a:r>
              <a:rPr lang="sr-Latn-RS" sz="1600" i="1" dirty="0"/>
              <a:t>ephemeris</a:t>
            </a:r>
            <a:r>
              <a:rPr lang="sr-Latn-RS" sz="1600" dirty="0"/>
              <a:t> podataka, UE može izvršiti predkompenzaciju Doplerovog pomeraja, varijaciju kašnjenja radi procene kompletnog timing advance parametra. </a:t>
            </a:r>
          </a:p>
          <a:p>
            <a:pPr lvl="2"/>
            <a:r>
              <a:rPr lang="sr-Latn-RS" sz="1400" dirty="0"/>
              <a:t>Online računanje trenutnih pozicija satelita</a:t>
            </a:r>
          </a:p>
          <a:p>
            <a:pPr lvl="2"/>
            <a:r>
              <a:rPr lang="sr-Latn-RS" sz="1400" dirty="0"/>
              <a:t>Offline - prethodnim izračunavanjem pozicija korišćenjem tajmera koji daje informaciju o položaju satelita</a:t>
            </a:r>
          </a:p>
          <a:p>
            <a:pPr marL="502920" lvl="2" indent="0">
              <a:buNone/>
            </a:pPr>
            <a:r>
              <a:rPr lang="sr-Latn-RS" dirty="0">
                <a:solidFill>
                  <a:srgbClr val="00003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sr-Latn-RS" dirty="0">
                <a:solidFill>
                  <a:srgbClr val="00003A"/>
                </a:solidFill>
              </a:rPr>
              <a:t>Minimizacija vremena prekida komunikacije i očuvanje QoS parametara</a:t>
            </a:r>
          </a:p>
          <a:p>
            <a:pPr marL="502920" lvl="2" indent="0">
              <a:buNone/>
            </a:pPr>
            <a:endParaRPr lang="sr-Latn-RS" dirty="0">
              <a:solidFill>
                <a:srgbClr val="00003A"/>
              </a:solidFill>
            </a:endParaRP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28ACF7DB-23D4-8A58-1DED-5B8D3FC2A1C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2076470"/>
              </p:ext>
            </p:extLst>
          </p:nvPr>
        </p:nvGraphicFramePr>
        <p:xfrm>
          <a:off x="619167" y="2042160"/>
          <a:ext cx="5345215" cy="4597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417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6027-5489-1DA8-621A-A32E70811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Scenariji primene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0A3F4-D476-E29C-9553-03B6D1192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8188" y="2149404"/>
            <a:ext cx="4504827" cy="165525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sr-Latn-RS" sz="1900" dirty="0"/>
              <a:t>Pružanje kontinuiteta servisa, unapređenje protoka i kapaciteta sistema i obezbeđivanje globalne dostupnosti mreže</a:t>
            </a:r>
            <a:endParaRPr lang="en-GB" sz="1900" dirty="0"/>
          </a:p>
          <a:p>
            <a:pPr marL="0" indent="0">
              <a:buNone/>
            </a:pPr>
            <a:endParaRPr lang="en-GB" sz="1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78BCC4-32CB-2261-9F47-C1BAA30AB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63016" y="35820"/>
            <a:ext cx="6886744" cy="682218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sr-Latn-RS" dirty="0"/>
          </a:p>
          <a:p>
            <a:r>
              <a:rPr lang="sr-Latn-RS" b="1" dirty="0"/>
              <a:t>Pomorski saobraćaj</a:t>
            </a:r>
          </a:p>
          <a:p>
            <a:pPr lvl="1"/>
            <a:r>
              <a:rPr lang="sr-Latn-RS" dirty="0"/>
              <a:t>Monitoring, izbegavanje sudara, komercijalne komunikacije i URLLC za operacije u kriznim situacijama i spasilačke misije</a:t>
            </a:r>
          </a:p>
          <a:p>
            <a:pPr lvl="1"/>
            <a:r>
              <a:rPr lang="sr-Latn-RS" dirty="0"/>
              <a:t>Inmarasat (GEO), Iridium certus  (LEO) – satelitske usluge u okviru GMDSS</a:t>
            </a:r>
          </a:p>
          <a:p>
            <a:pPr lvl="1"/>
            <a:r>
              <a:rPr lang="sr-Latn-RS" dirty="0"/>
              <a:t>Starlink Maritime – internet na brodovima</a:t>
            </a:r>
          </a:p>
          <a:p>
            <a:r>
              <a:rPr lang="sr-Latn-RS" b="1" dirty="0"/>
              <a:t>Vazdušni saobraćaj</a:t>
            </a:r>
          </a:p>
          <a:p>
            <a:pPr lvl="1"/>
            <a:r>
              <a:rPr lang="sr-Latn-RS" b="1" dirty="0"/>
              <a:t>Izražen Doplerov pomeraj usled velikih brzina letelica</a:t>
            </a:r>
          </a:p>
          <a:p>
            <a:pPr lvl="1"/>
            <a:r>
              <a:rPr lang="sr-Latn-RS" dirty="0"/>
              <a:t>Monitoring, praćenje/kontrola leta, krizne komunikacije i spasilačke misije</a:t>
            </a:r>
          </a:p>
          <a:p>
            <a:pPr lvl="1"/>
            <a:r>
              <a:rPr lang="sr-Latn-RS" dirty="0"/>
              <a:t>In flight eMBB usluge (Internet velike brzine - Starlink)</a:t>
            </a:r>
          </a:p>
          <a:p>
            <a:r>
              <a:rPr lang="sr-Latn-RS" b="1" dirty="0"/>
              <a:t>mMTC-s</a:t>
            </a:r>
          </a:p>
          <a:p>
            <a:pPr lvl="1"/>
            <a:r>
              <a:rPr lang="sr-Latn-RS" dirty="0"/>
              <a:t>Transportni (backhaul) sloj – agregacija podataka sa lokalnih gw ili direktan pristupni čvor u NG-RAN</a:t>
            </a:r>
          </a:p>
          <a:p>
            <a:pPr lvl="1"/>
            <a:r>
              <a:rPr lang="sr-Latn-RS" i="1" dirty="0"/>
              <a:t>Store and forward – za nadzor infrastrukture</a:t>
            </a:r>
            <a:endParaRPr lang="sr-Latn-RS" dirty="0"/>
          </a:p>
          <a:p>
            <a:pPr lvl="2"/>
            <a:r>
              <a:rPr lang="sr-Latn-RS" dirty="0"/>
              <a:t>Automobilski sektor: optimizacija protoka saobraćaja, dijagnostika vozila, izveštavanje o bezbednosnom statusu;</a:t>
            </a:r>
            <a:endParaRPr lang="en-GB" dirty="0"/>
          </a:p>
          <a:p>
            <a:pPr lvl="2"/>
            <a:r>
              <a:rPr lang="sr-Latn-RS" dirty="0"/>
              <a:t>Komunalna infrastruktura: nadzor naftnih i gasnih postrojenja, energetskih i vodovodnih sistema, vetroparkova;</a:t>
            </a:r>
            <a:endParaRPr lang="en-GB" dirty="0"/>
          </a:p>
          <a:p>
            <a:pPr lvl="2"/>
            <a:r>
              <a:rPr lang="sr-Latn-RS" dirty="0"/>
              <a:t>Transport (drumski, železnički, pomorski, vazdušni): upravljanje voznim parkovima, praćenje imovine, digitalna signalizacija, upozorenja na udaljenim putevima. </a:t>
            </a:r>
          </a:p>
          <a:p>
            <a:r>
              <a:rPr lang="sr-Latn-RS" b="1" dirty="0"/>
              <a:t>Oporavak od katastrofa (disaster recovery)</a:t>
            </a:r>
          </a:p>
          <a:p>
            <a:pPr lvl="1"/>
            <a:r>
              <a:rPr lang="sr-Latn-RS" dirty="0"/>
              <a:t>Široka pokrivenost i brza uspostava veze tokom otkaza terestrijalne infrastrukture. Satelitski segment se ponaša kao NG-RAN.</a:t>
            </a:r>
          </a:p>
          <a:p>
            <a:r>
              <a:rPr lang="sr-Latn-RS" b="1" dirty="0"/>
              <a:t>SOS servisi – hitni komunikacioni servisi</a:t>
            </a:r>
          </a:p>
          <a:p>
            <a:pPr lvl="1"/>
            <a:r>
              <a:rPr lang="sr-Latn-RS" dirty="0"/>
              <a:t>Pouzdana komunikacija kada mobilna mreža nije dostupna (D2D)</a:t>
            </a:r>
          </a:p>
          <a:p>
            <a:pPr lvl="1"/>
            <a:r>
              <a:rPr lang="sr-Latn-RS" dirty="0"/>
              <a:t>Prenos manjih poruka tekstualnih poruka i lokacije, ne koristi se NR data režim – specijalizovani  emergency kanal</a:t>
            </a:r>
          </a:p>
          <a:p>
            <a:pPr lvl="2"/>
            <a:r>
              <a:rPr lang="sr-Latn-RS" dirty="0"/>
              <a:t>Apple+Globastar (S-band) – Emergency SOS via Satellite</a:t>
            </a:r>
          </a:p>
          <a:p>
            <a:pPr lvl="2"/>
            <a:r>
              <a:rPr lang="sr-Latn-RS" dirty="0"/>
              <a:t>Huawei + BeiDou, Samsung+Qualcomm Snapdragon Satellite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A90656-2985-1E0D-DEA3-F94C4F990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79344"/>
            <a:ext cx="5360984" cy="301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65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2A558-8EA2-1921-3931-2F5AB0EF7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3" y="914400"/>
            <a:ext cx="9490056" cy="41579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Budućnost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trendovi</a:t>
            </a:r>
            <a:r>
              <a:rPr lang="en-US" dirty="0"/>
              <a:t> – 6G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5F4E67-4DB9-8422-13E5-B36FD48EC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ECB0D0-B7BB-91DE-D9CD-684BCCAD1D1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41432493"/>
              </p:ext>
            </p:extLst>
          </p:nvPr>
        </p:nvGraphicFramePr>
        <p:xfrm>
          <a:off x="2491201" y="4214376"/>
          <a:ext cx="5852159" cy="2585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F2BD043-5D43-D1D2-D94E-B29BB128723D}"/>
              </a:ext>
            </a:extLst>
          </p:cNvPr>
          <p:cNvSpPr txBox="1"/>
          <p:nvPr/>
        </p:nvSpPr>
        <p:spPr>
          <a:xfrm>
            <a:off x="506814" y="1803956"/>
            <a:ext cx="111783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Ostvarivanje potpuno povezanog fizičkog i digitalnog sveta – integrisani Zemlja i svemir kroz zajedničke protokole = „connecting the unconnected“ – besprekorno pokrivanje u teško dostupnim područjima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Alokacija novih frekvencijskih opsega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Niže vrednosti kašnjenja </a:t>
            </a:r>
            <a:r>
              <a:rPr lang="sr-Latn-RS" i="1" dirty="0"/>
              <a:t>(&lt;1ms)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Napredne antene i SDR/beamforming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Hiperpersonalizacija (AI/ML)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Unapređenje bezbednosti i autentifikacije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Edge data centri na terenu i satelitskim gateway-ima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Unapređenje postojećih servisa i podrška novim kritičnim scenarijima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66462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4b2be00-cb48-4a4e-adb2-1605902b13a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90700BF9922F43A0404A022D14574A" ma:contentTypeVersion="6" ma:contentTypeDescription="Create a new document." ma:contentTypeScope="" ma:versionID="955faf67978a0cd732edf7de4a2efb75">
  <xsd:schema xmlns:xsd="http://www.w3.org/2001/XMLSchema" xmlns:xs="http://www.w3.org/2001/XMLSchema" xmlns:p="http://schemas.microsoft.com/office/2006/metadata/properties" xmlns:ns3="34b2be00-cb48-4a4e-adb2-1605902b13ad" targetNamespace="http://schemas.microsoft.com/office/2006/metadata/properties" ma:root="true" ma:fieldsID="f2c92f9776342a126454f6d175e350c8" ns3:_="">
    <xsd:import namespace="34b2be00-cb48-4a4e-adb2-1605902b13a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b2be00-cb48-4a4e-adb2-1605902b13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8B66B4-6872-412A-BAE8-E6D784F6C116}">
  <ds:schemaRefs>
    <ds:schemaRef ds:uri="http://schemas.microsoft.com/office/2006/documentManagement/types"/>
    <ds:schemaRef ds:uri="http://purl.org/dc/elements/1.1/"/>
    <ds:schemaRef ds:uri="http://purl.org/dc/dcmitype/"/>
    <ds:schemaRef ds:uri="34b2be00-cb48-4a4e-adb2-1605902b13ad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FBBB78B-B4A5-4BEB-94AF-A620B69F7C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b2be00-cb48-4a4e-adb2-1605902b13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C3A6C2-0CCA-47B6-B504-5A6D7E5AF5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19998</TotalTime>
  <Words>1193</Words>
  <Application>Microsoft Office PowerPoint</Application>
  <PresentationFormat>Widescreen</PresentationFormat>
  <Paragraphs>155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Grandview Display</vt:lpstr>
      <vt:lpstr>Wingdings</vt:lpstr>
      <vt:lpstr>DashVTI</vt:lpstr>
      <vt:lpstr>Integracija satelitskih i terestrijalnih 5G sistema</vt:lpstr>
      <vt:lpstr>Terestrijalna 5G arhitektura</vt:lpstr>
      <vt:lpstr>NETERESTRIJALNE MREŽE</vt:lpstr>
      <vt:lpstr>Transparentna NTN arhitektura</vt:lpstr>
      <vt:lpstr>Regenerativna NTN arhitektura</vt:lpstr>
      <vt:lpstr>Frekvencijski opsezi</vt:lpstr>
      <vt:lpstr>Multi-connectivity (MC)</vt:lpstr>
      <vt:lpstr>Mobilnost u (LEO) NTN sistemima</vt:lpstr>
      <vt:lpstr>Problemi handover-a u LEO NTN i prediktivno upravljanje mobilnošću</vt:lpstr>
      <vt:lpstr>Scenariji primene</vt:lpstr>
      <vt:lpstr>Budućnost i trendovi – 6G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Дуња Михајловић</dc:creator>
  <cp:lastModifiedBy>Дуња Михајловић</cp:lastModifiedBy>
  <cp:revision>1</cp:revision>
  <dcterms:created xsi:type="dcterms:W3CDTF">2026-03-03T02:08:15Z</dcterms:created>
  <dcterms:modified xsi:type="dcterms:W3CDTF">2026-03-20T14:07:26Z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0x0101003B90700BF9922F43A0404A022D14574A</vt:lpwstr>
  </property>
</Properties>
</file>